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8"/>
  </p:handoutMasterIdLst>
  <p:sldIdLst>
    <p:sldId id="275" r:id="rId2"/>
    <p:sldId id="296" r:id="rId3"/>
    <p:sldId id="298" r:id="rId4"/>
    <p:sldId id="299" r:id="rId5"/>
    <p:sldId id="300" r:id="rId6"/>
    <p:sldId id="301" r:id="rId7"/>
    <p:sldId id="273" r:id="rId8"/>
    <p:sldId id="274" r:id="rId9"/>
    <p:sldId id="314" r:id="rId10"/>
    <p:sldId id="315" r:id="rId11"/>
    <p:sldId id="316" r:id="rId12"/>
    <p:sldId id="277" r:id="rId13"/>
    <p:sldId id="278" r:id="rId14"/>
    <p:sldId id="317" r:id="rId15"/>
    <p:sldId id="318" r:id="rId16"/>
    <p:sldId id="319" r:id="rId17"/>
    <p:sldId id="320" r:id="rId18"/>
    <p:sldId id="321" r:id="rId19"/>
    <p:sldId id="302" r:id="rId20"/>
    <p:sldId id="304" r:id="rId21"/>
    <p:sldId id="305" r:id="rId22"/>
    <p:sldId id="323" r:id="rId23"/>
    <p:sldId id="322" r:id="rId24"/>
    <p:sldId id="324" r:id="rId25"/>
    <p:sldId id="290" r:id="rId26"/>
    <p:sldId id="313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10" autoAdjust="0"/>
  </p:normalViewPr>
  <p:slideViewPr>
    <p:cSldViewPr snapToGrid="0">
      <p:cViewPr varScale="1">
        <p:scale>
          <a:sx n="79" d="100"/>
          <a:sy n="79" d="100"/>
        </p:scale>
        <p:origin x="6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EF95A76D-1D4A-42C4-8E3F-90B855107509}"/>
    <pc:docChg chg="modSld">
      <pc:chgData name="" userId="" providerId="" clId="Web-{EF95A76D-1D4A-42C4-8E3F-90B855107509}" dt="2019-04-03T20:25:46.557" v="2" actId="20577"/>
      <pc:docMkLst>
        <pc:docMk/>
      </pc:docMkLst>
      <pc:sldChg chg="modSp">
        <pc:chgData name="" userId="" providerId="" clId="Web-{EF95A76D-1D4A-42C4-8E3F-90B855107509}" dt="2019-04-03T20:25:46.526" v="0" actId="20577"/>
        <pc:sldMkLst>
          <pc:docMk/>
          <pc:sldMk cId="3547570658" sldId="275"/>
        </pc:sldMkLst>
        <pc:spChg chg="mod">
          <ac:chgData name="" userId="" providerId="" clId="Web-{EF95A76D-1D4A-42C4-8E3F-90B855107509}" dt="2019-04-03T20:25:46.526" v="0" actId="20577"/>
          <ac:spMkLst>
            <pc:docMk/>
            <pc:sldMk cId="3547570658" sldId="275"/>
            <ac:spMk id="3" creationId="{00000000-0000-0000-0000-000000000000}"/>
          </ac:spMkLst>
        </pc:spChg>
      </pc:sldChg>
    </pc:docChg>
  </pc:docChgLst>
  <pc:docChgLst>
    <pc:chgData clId="Web-{AD953921-4253-47F5-A7E7-6014EC5629DE}"/>
    <pc:docChg chg="modSld">
      <pc:chgData name="" userId="" providerId="" clId="Web-{AD953921-4253-47F5-A7E7-6014EC5629DE}" dt="2019-04-03T20:35:03.968" v="209" actId="20577"/>
      <pc:docMkLst>
        <pc:docMk/>
      </pc:docMkLst>
      <pc:sldChg chg="addSp delSp modSp">
        <pc:chgData name="" userId="" providerId="" clId="Web-{AD953921-4253-47F5-A7E7-6014EC5629DE}" dt="2019-04-03T20:30:27.496" v="191" actId="20577"/>
        <pc:sldMkLst>
          <pc:docMk/>
          <pc:sldMk cId="2544191925" sldId="277"/>
        </pc:sldMkLst>
        <pc:spChg chg="add mod">
          <ac:chgData name="" userId="" providerId="" clId="Web-{AD953921-4253-47F5-A7E7-6014EC5629DE}" dt="2019-04-03T20:30:27.496" v="191" actId="20577"/>
          <ac:spMkLst>
            <pc:docMk/>
            <pc:sldMk cId="2544191925" sldId="277"/>
            <ac:spMk id="2" creationId="{988586E9-6E34-4743-952D-0DE2A7A5C3AF}"/>
          </ac:spMkLst>
        </pc:spChg>
        <pc:spChg chg="del">
          <ac:chgData name="" userId="" providerId="" clId="Web-{AD953921-4253-47F5-A7E7-6014EC5629DE}" dt="2019-04-03T20:30:10.152" v="189"/>
          <ac:spMkLst>
            <pc:docMk/>
            <pc:sldMk cId="2544191925" sldId="277"/>
            <ac:spMk id="8" creationId="{B6C59DB0-57FD-4DCF-B6F9-4BC52B1EE51E}"/>
          </ac:spMkLst>
        </pc:spChg>
        <pc:picChg chg="mod">
          <ac:chgData name="" userId="" providerId="" clId="Web-{AD953921-4253-47F5-A7E7-6014EC5629DE}" dt="2019-04-03T20:30:17.387" v="190" actId="1076"/>
          <ac:picMkLst>
            <pc:docMk/>
            <pc:sldMk cId="2544191925" sldId="277"/>
            <ac:picMk id="3" creationId="{00000000-0000-0000-0000-000000000000}"/>
          </ac:picMkLst>
        </pc:picChg>
      </pc:sldChg>
      <pc:sldChg chg="addSp delSp modSp">
        <pc:chgData name="" userId="" providerId="" clId="Web-{AD953921-4253-47F5-A7E7-6014EC5629DE}" dt="2019-04-03T20:35:03.951" v="208" actId="20577"/>
        <pc:sldMkLst>
          <pc:docMk/>
          <pc:sldMk cId="2056417851" sldId="278"/>
        </pc:sldMkLst>
        <pc:spChg chg="add mod">
          <ac:chgData name="" userId="" providerId="" clId="Web-{AD953921-4253-47F5-A7E7-6014EC5629DE}" dt="2019-04-03T20:30:48.105" v="204" actId="1076"/>
          <ac:spMkLst>
            <pc:docMk/>
            <pc:sldMk cId="2056417851" sldId="278"/>
            <ac:spMk id="2" creationId="{382CA33F-47DE-4BF5-86DD-57E86D74E446}"/>
          </ac:spMkLst>
        </pc:spChg>
        <pc:spChg chg="mod">
          <ac:chgData name="" userId="" providerId="" clId="Web-{AD953921-4253-47F5-A7E7-6014EC5629DE}" dt="2019-04-03T20:35:03.951" v="208" actId="20577"/>
          <ac:spMkLst>
            <pc:docMk/>
            <pc:sldMk cId="2056417851" sldId="278"/>
            <ac:spMk id="4" creationId="{00000000-0000-0000-0000-000000000000}"/>
          </ac:spMkLst>
        </pc:spChg>
        <pc:spChg chg="del">
          <ac:chgData name="" userId="" providerId="" clId="Web-{AD953921-4253-47F5-A7E7-6014EC5629DE}" dt="2019-04-03T20:30:45.684" v="203"/>
          <ac:spMkLst>
            <pc:docMk/>
            <pc:sldMk cId="2056417851" sldId="278"/>
            <ac:spMk id="7" creationId="{00000000-0000-0000-0000-000000000000}"/>
          </ac:spMkLst>
        </pc:spChg>
      </pc:sldChg>
      <pc:sldChg chg="modSp">
        <pc:chgData name="" userId="" providerId="" clId="Web-{AD953921-4253-47F5-A7E7-6014EC5629DE}" dt="2019-04-03T20:30:01.215" v="185" actId="20577"/>
        <pc:sldMkLst>
          <pc:docMk/>
          <pc:sldMk cId="596980471" sldId="315"/>
        </pc:sldMkLst>
        <pc:spChg chg="mod">
          <ac:chgData name="" userId="" providerId="" clId="Web-{AD953921-4253-47F5-A7E7-6014EC5629DE}" dt="2019-04-03T20:30:01.215" v="185" actId="20577"/>
          <ac:spMkLst>
            <pc:docMk/>
            <pc:sldMk cId="596980471" sldId="315"/>
            <ac:spMk id="2" creationId="{00000000-0000-0000-0000-000000000000}"/>
          </ac:spMkLst>
        </pc:spChg>
        <pc:spChg chg="mod">
          <ac:chgData name="" userId="" providerId="" clId="Web-{AD953921-4253-47F5-A7E7-6014EC5629DE}" dt="2019-04-03T20:26:49.463" v="13" actId="1076"/>
          <ac:spMkLst>
            <pc:docMk/>
            <pc:sldMk cId="596980471" sldId="315"/>
            <ac:spMk id="7" creationId="{00000000-0000-0000-0000-000000000000}"/>
          </ac:spMkLst>
        </pc:spChg>
        <pc:spChg chg="mod">
          <ac:chgData name="" userId="" providerId="" clId="Web-{AD953921-4253-47F5-A7E7-6014EC5629DE}" dt="2019-04-03T20:28:13.058" v="82" actId="20577"/>
          <ac:spMkLst>
            <pc:docMk/>
            <pc:sldMk cId="596980471" sldId="315"/>
            <ac:spMk id="10" creationId="{00000000-0000-0000-0000-000000000000}"/>
          </ac:spMkLst>
        </pc:spChg>
        <pc:spChg chg="mod">
          <ac:chgData name="" userId="" providerId="" clId="Web-{AD953921-4253-47F5-A7E7-6014EC5629DE}" dt="2019-04-03T20:28:32.527" v="101" actId="14100"/>
          <ac:spMkLst>
            <pc:docMk/>
            <pc:sldMk cId="596980471" sldId="315"/>
            <ac:spMk id="11" creationId="{00000000-0000-0000-0000-000000000000}"/>
          </ac:spMkLst>
        </pc:spChg>
        <pc:spChg chg="mod">
          <ac:chgData name="" userId="" providerId="" clId="Web-{AD953921-4253-47F5-A7E7-6014EC5629DE}" dt="2019-04-03T20:28:48.448" v="114" actId="14100"/>
          <ac:spMkLst>
            <pc:docMk/>
            <pc:sldMk cId="596980471" sldId="315"/>
            <ac:spMk id="12" creationId="{00000000-0000-0000-0000-000000000000}"/>
          </ac:spMkLst>
        </pc:spChg>
        <pc:spChg chg="mod">
          <ac:chgData name="" userId="" providerId="" clId="Web-{AD953921-4253-47F5-A7E7-6014EC5629DE}" dt="2019-04-03T20:29:01.542" v="119" actId="20577"/>
          <ac:spMkLst>
            <pc:docMk/>
            <pc:sldMk cId="596980471" sldId="315"/>
            <ac:spMk id="13" creationId="{00000000-0000-0000-0000-000000000000}"/>
          </ac:spMkLst>
        </pc:spChg>
        <pc:spChg chg="mod">
          <ac:chgData name="" userId="" providerId="" clId="Web-{AD953921-4253-47F5-A7E7-6014EC5629DE}" dt="2019-04-03T20:27:57.901" v="73" actId="20577"/>
          <ac:spMkLst>
            <pc:docMk/>
            <pc:sldMk cId="596980471" sldId="315"/>
            <ac:spMk id="24" creationId="{00000000-0000-0000-0000-000000000000}"/>
          </ac:spMkLst>
        </pc:spChg>
      </pc:sldChg>
    </pc:docChg>
  </pc:docChgLst>
  <pc:docChgLst>
    <pc:chgData clId="Web-{AA4B7489-112D-4201-BA12-926EEBFD386D}"/>
    <pc:docChg chg="addSld modSld">
      <pc:chgData name="" userId="" providerId="" clId="Web-{AA4B7489-112D-4201-BA12-926EEBFD386D}" dt="2019-04-08T22:58:44.239" v="132" actId="20577"/>
      <pc:docMkLst>
        <pc:docMk/>
      </pc:docMkLst>
      <pc:sldChg chg="addSp delSp modSp add replId">
        <pc:chgData name="" userId="" providerId="" clId="Web-{AA4B7489-112D-4201-BA12-926EEBFD386D}" dt="2019-04-08T22:58:43.411" v="130" actId="20577"/>
        <pc:sldMkLst>
          <pc:docMk/>
          <pc:sldMk cId="1991629552" sldId="324"/>
        </pc:sldMkLst>
        <pc:spChg chg="add mod">
          <ac:chgData name="" userId="" providerId="" clId="Web-{AA4B7489-112D-4201-BA12-926EEBFD386D}" dt="2019-04-08T22:56:32.801" v="56" actId="1076"/>
          <ac:spMkLst>
            <pc:docMk/>
            <pc:sldMk cId="1991629552" sldId="324"/>
            <ac:spMk id="4" creationId="{58A10844-0129-4E05-A351-4153BAF83018}"/>
          </ac:spMkLst>
        </pc:spChg>
        <pc:spChg chg="add mod">
          <ac:chgData name="" userId="" providerId="" clId="Web-{AA4B7489-112D-4201-BA12-926EEBFD386D}" dt="2019-04-08T22:55:00.238" v="39" actId="20577"/>
          <ac:spMkLst>
            <pc:docMk/>
            <pc:sldMk cId="1991629552" sldId="324"/>
            <ac:spMk id="12" creationId="{1318BD1B-99A6-4C75-8B42-7D8E6C40AF64}"/>
          </ac:spMkLst>
        </pc:spChg>
        <pc:spChg chg="mod">
          <ac:chgData name="" userId="" providerId="" clId="Web-{AA4B7489-112D-4201-BA12-926EEBFD386D}" dt="2019-04-08T22:58:43.411" v="130" actId="20577"/>
          <ac:spMkLst>
            <pc:docMk/>
            <pc:sldMk cId="1991629552" sldId="324"/>
            <ac:spMk id="15" creationId="{4DC708F6-953F-44BF-B029-A52D3D7D6D82}"/>
          </ac:spMkLst>
        </pc:spChg>
        <pc:spChg chg="del">
          <ac:chgData name="" userId="" providerId="" clId="Web-{AA4B7489-112D-4201-BA12-926EEBFD386D}" dt="2019-04-08T22:54:51.300" v="34"/>
          <ac:spMkLst>
            <pc:docMk/>
            <pc:sldMk cId="1991629552" sldId="324"/>
            <ac:spMk id="16" creationId="{CF9A4D41-7CBC-42B9-A3F1-4A3005F66230}"/>
          </ac:spMkLst>
        </pc:spChg>
        <pc:spChg chg="del">
          <ac:chgData name="" userId="" providerId="" clId="Web-{AA4B7489-112D-4201-BA12-926EEBFD386D}" dt="2019-04-08T22:54:51.300" v="33"/>
          <ac:spMkLst>
            <pc:docMk/>
            <pc:sldMk cId="1991629552" sldId="324"/>
            <ac:spMk id="17" creationId="{15ECD007-FD23-4E67-A618-77ADDDC6FE85}"/>
          </ac:spMkLst>
        </pc:spChg>
        <pc:spChg chg="del">
          <ac:chgData name="" userId="" providerId="" clId="Web-{AA4B7489-112D-4201-BA12-926EEBFD386D}" dt="2019-04-08T22:54:51.300" v="30"/>
          <ac:spMkLst>
            <pc:docMk/>
            <pc:sldMk cId="1991629552" sldId="324"/>
            <ac:spMk id="20" creationId="{36EDA6F8-0DA6-4F0D-BE42-A86A58EE588D}"/>
          </ac:spMkLst>
        </pc:spChg>
        <pc:spChg chg="add del mod">
          <ac:chgData name="" userId="" providerId="" clId="Web-{AA4B7489-112D-4201-BA12-926EEBFD386D}" dt="2019-04-08T22:56:20.301" v="51"/>
          <ac:spMkLst>
            <pc:docMk/>
            <pc:sldMk cId="1991629552" sldId="324"/>
            <ac:spMk id="23" creationId="{CFB29F33-398D-4849-B039-4348E374F722}"/>
          </ac:spMkLst>
        </pc:spChg>
        <pc:spChg chg="add mod">
          <ac:chgData name="" userId="" providerId="" clId="Web-{AA4B7489-112D-4201-BA12-926EEBFD386D}" dt="2019-04-08T22:58:29.192" v="127" actId="1076"/>
          <ac:spMkLst>
            <pc:docMk/>
            <pc:sldMk cId="1991629552" sldId="324"/>
            <ac:spMk id="25" creationId="{7785EE94-960B-4B76-B1A3-BF211C6794C8}"/>
          </ac:spMkLst>
        </pc:spChg>
        <pc:picChg chg="add mod">
          <ac:chgData name="" userId="" providerId="" clId="Web-{AA4B7489-112D-4201-BA12-926EEBFD386D}" dt="2019-04-08T22:56:37.895" v="57" actId="14100"/>
          <ac:picMkLst>
            <pc:docMk/>
            <pc:sldMk cId="1991629552" sldId="324"/>
            <ac:picMk id="2" creationId="{E340B2AC-7B12-4B45-83B2-6FD83248EBA8}"/>
          </ac:picMkLst>
        </pc:picChg>
        <pc:picChg chg="del">
          <ac:chgData name="" userId="" providerId="" clId="Web-{AA4B7489-112D-4201-BA12-926EEBFD386D}" dt="2019-04-08T22:54:51.300" v="32"/>
          <ac:picMkLst>
            <pc:docMk/>
            <pc:sldMk cId="1991629552" sldId="324"/>
            <ac:picMk id="18" creationId="{417B99C5-935F-4A3D-AC66-660625E54BC0}"/>
          </ac:picMkLst>
        </pc:picChg>
        <pc:picChg chg="del">
          <ac:chgData name="" userId="" providerId="" clId="Web-{AA4B7489-112D-4201-BA12-926EEBFD386D}" dt="2019-04-08T22:54:51.300" v="31"/>
          <ac:picMkLst>
            <pc:docMk/>
            <pc:sldMk cId="1991629552" sldId="324"/>
            <ac:picMk id="19" creationId="{E9C3A645-6125-40C8-ABB1-A700C04170F9}"/>
          </ac:picMkLst>
        </pc:picChg>
        <pc:picChg chg="del">
          <ac:chgData name="" userId="" providerId="" clId="Web-{AA4B7489-112D-4201-BA12-926EEBFD386D}" dt="2019-04-08T22:54:51.300" v="29"/>
          <ac:picMkLst>
            <pc:docMk/>
            <pc:sldMk cId="1991629552" sldId="324"/>
            <ac:picMk id="21" creationId="{4330861A-14B8-4996-9502-6E9218AD95DB}"/>
          </ac:picMkLst>
        </pc:picChg>
        <pc:picChg chg="del">
          <ac:chgData name="" userId="" providerId="" clId="Web-{AA4B7489-112D-4201-BA12-926EEBFD386D}" dt="2019-04-08T22:54:51.300" v="28"/>
          <ac:picMkLst>
            <pc:docMk/>
            <pc:sldMk cId="1991629552" sldId="324"/>
            <ac:picMk id="22" creationId="{1E8BA82D-5503-435C-B801-CFEB5AEADAB9}"/>
          </ac:picMkLst>
        </pc:picChg>
      </pc:sldChg>
    </pc:docChg>
  </pc:docChgLst>
  <pc:docChgLst>
    <pc:chgData clId="Web-{AC7CDA06-E225-4AB8-8AE1-29B728624B51}"/>
    <pc:docChg chg="addSld modSld">
      <pc:chgData name="" userId="" providerId="" clId="Web-{AC7CDA06-E225-4AB8-8AE1-29B728624B51}" dt="2019-03-18T20:56:17.175" v="154" actId="1076"/>
      <pc:docMkLst>
        <pc:docMk/>
      </pc:docMkLst>
      <pc:sldChg chg="addSp modSp">
        <pc:chgData name="" userId="" providerId="" clId="Web-{AC7CDA06-E225-4AB8-8AE1-29B728624B51}" dt="2019-03-18T20:42:40.096" v="6" actId="1076"/>
        <pc:sldMkLst>
          <pc:docMk/>
          <pc:sldMk cId="1273775910" sldId="278"/>
        </pc:sldMkLst>
        <pc:spChg chg="add mod">
          <ac:chgData name="" userId="" providerId="" clId="Web-{AC7CDA06-E225-4AB8-8AE1-29B728624B51}" dt="2019-03-18T20:42:40.096" v="6" actId="1076"/>
          <ac:spMkLst>
            <pc:docMk/>
            <pc:sldMk cId="1273775910" sldId="278"/>
            <ac:spMk id="5" creationId="{085ADD72-6FC9-4671-9A3B-AC31A1ECA054}"/>
          </ac:spMkLst>
        </pc:spChg>
        <pc:picChg chg="add mod">
          <ac:chgData name="" userId="" providerId="" clId="Web-{AC7CDA06-E225-4AB8-8AE1-29B728624B51}" dt="2019-03-18T20:41:45.956" v="3" actId="14100"/>
          <ac:picMkLst>
            <pc:docMk/>
            <pc:sldMk cId="1273775910" sldId="278"/>
            <ac:picMk id="2" creationId="{2CAA42A3-E26A-4254-937C-124F095B6C2E}"/>
          </ac:picMkLst>
        </pc:picChg>
      </pc:sldChg>
      <pc:sldChg chg="addSp delSp modSp new">
        <pc:chgData name="" userId="" providerId="" clId="Web-{AC7CDA06-E225-4AB8-8AE1-29B728624B51}" dt="2019-03-18T20:44:56.393" v="49" actId="20577"/>
        <pc:sldMkLst>
          <pc:docMk/>
          <pc:sldMk cId="1498402422" sldId="282"/>
        </pc:sldMkLst>
        <pc:spChg chg="del">
          <ac:chgData name="" userId="" providerId="" clId="Web-{AC7CDA06-E225-4AB8-8AE1-29B728624B51}" dt="2019-03-18T20:43:38.034" v="10"/>
          <ac:spMkLst>
            <pc:docMk/>
            <pc:sldMk cId="1498402422" sldId="282"/>
            <ac:spMk id="2" creationId="{05AA0122-5BBB-40BC-8A9D-B0EA7EC09076}"/>
          </ac:spMkLst>
        </pc:spChg>
        <pc:spChg chg="del">
          <ac:chgData name="" userId="" providerId="" clId="Web-{AC7CDA06-E225-4AB8-8AE1-29B728624B51}" dt="2019-03-18T20:43:33.628" v="8"/>
          <ac:spMkLst>
            <pc:docMk/>
            <pc:sldMk cId="1498402422" sldId="282"/>
            <ac:spMk id="3" creationId="{4F860040-0962-401C-A998-6805491891BE}"/>
          </ac:spMkLst>
        </pc:spChg>
        <pc:spChg chg="add">
          <ac:chgData name="" userId="" providerId="" clId="Web-{AC7CDA06-E225-4AB8-8AE1-29B728624B51}" dt="2019-03-18T20:43:43.799" v="11"/>
          <ac:spMkLst>
            <pc:docMk/>
            <pc:sldMk cId="1498402422" sldId="282"/>
            <ac:spMk id="7" creationId="{7DE69909-0B0F-442C-8B45-5A3871D022D8}"/>
          </ac:spMkLst>
        </pc:spChg>
        <pc:spChg chg="add">
          <ac:chgData name="" userId="" providerId="" clId="Web-{AC7CDA06-E225-4AB8-8AE1-29B728624B51}" dt="2019-03-18T20:43:43.799" v="12"/>
          <ac:spMkLst>
            <pc:docMk/>
            <pc:sldMk cId="1498402422" sldId="282"/>
            <ac:spMk id="9" creationId="{BF223799-0977-4E2E-9FF3-485091EAE52A}"/>
          </ac:spMkLst>
        </pc:spChg>
        <pc:spChg chg="add mod">
          <ac:chgData name="" userId="" providerId="" clId="Web-{AC7CDA06-E225-4AB8-8AE1-29B728624B51}" dt="2019-03-18T20:44:56.393" v="49" actId="20577"/>
          <ac:spMkLst>
            <pc:docMk/>
            <pc:sldMk cId="1498402422" sldId="282"/>
            <ac:spMk id="10" creationId="{F0348946-0074-4077-A388-BFF87C2474A6}"/>
          </ac:spMkLst>
        </pc:spChg>
        <pc:picChg chg="add mod ord">
          <ac:chgData name="" userId="" providerId="" clId="Web-{AC7CDA06-E225-4AB8-8AE1-29B728624B51}" dt="2019-03-18T20:43:53.831" v="15" actId="1076"/>
          <ac:picMkLst>
            <pc:docMk/>
            <pc:sldMk cId="1498402422" sldId="282"/>
            <ac:picMk id="4" creationId="{BCC331C3-63DC-45B6-8303-1AF05F81CFF3}"/>
          </ac:picMkLst>
        </pc:picChg>
      </pc:sldChg>
      <pc:sldChg chg="addSp delSp modSp add replId">
        <pc:chgData name="" userId="" providerId="" clId="Web-{AC7CDA06-E225-4AB8-8AE1-29B728624B51}" dt="2019-03-18T20:47:30.675" v="141" actId="14100"/>
        <pc:sldMkLst>
          <pc:docMk/>
          <pc:sldMk cId="1423118678" sldId="283"/>
        </pc:sldMkLst>
        <pc:spChg chg="add del mod">
          <ac:chgData name="" userId="" providerId="" clId="Web-{AC7CDA06-E225-4AB8-8AE1-29B728624B51}" dt="2019-03-18T20:45:59.518" v="53"/>
          <ac:spMkLst>
            <pc:docMk/>
            <pc:sldMk cId="1423118678" sldId="283"/>
            <ac:spMk id="3" creationId="{97C9CC48-AD3B-4F0D-8F30-6D2F30F3A375}"/>
          </ac:spMkLst>
        </pc:spChg>
        <pc:spChg chg="mod">
          <ac:chgData name="" userId="" providerId="" clId="Web-{AC7CDA06-E225-4AB8-8AE1-29B728624B51}" dt="2019-03-18T20:47:30.675" v="141" actId="14100"/>
          <ac:spMkLst>
            <pc:docMk/>
            <pc:sldMk cId="1423118678" sldId="283"/>
            <ac:spMk id="10" creationId="{F0348946-0074-4077-A388-BFF87C2474A6}"/>
          </ac:spMkLst>
        </pc:spChg>
        <pc:picChg chg="del">
          <ac:chgData name="" userId="" providerId="" clId="Web-{AC7CDA06-E225-4AB8-8AE1-29B728624B51}" dt="2019-03-18T20:45:06.190" v="52"/>
          <ac:picMkLst>
            <pc:docMk/>
            <pc:sldMk cId="1423118678" sldId="283"/>
            <ac:picMk id="4" creationId="{BCC331C3-63DC-45B6-8303-1AF05F81CFF3}"/>
          </ac:picMkLst>
        </pc:picChg>
        <pc:picChg chg="add mod">
          <ac:chgData name="" userId="" providerId="" clId="Web-{AC7CDA06-E225-4AB8-8AE1-29B728624B51}" dt="2019-03-18T20:46:11.190" v="58" actId="1076"/>
          <ac:picMkLst>
            <pc:docMk/>
            <pc:sldMk cId="1423118678" sldId="283"/>
            <ac:picMk id="5" creationId="{925056CE-44B0-42EC-ADF4-0C1A71B6600E}"/>
          </ac:picMkLst>
        </pc:picChg>
      </pc:sldChg>
      <pc:sldChg chg="addSp delSp modSp add replId">
        <pc:chgData name="" userId="" providerId="" clId="Web-{AC7CDA06-E225-4AB8-8AE1-29B728624B51}" dt="2019-03-18T20:56:17.175" v="154" actId="1076"/>
        <pc:sldMkLst>
          <pc:docMk/>
          <pc:sldMk cId="3781309455" sldId="284"/>
        </pc:sldMkLst>
        <pc:spChg chg="mod">
          <ac:chgData name="" userId="" providerId="" clId="Web-{AC7CDA06-E225-4AB8-8AE1-29B728624B51}" dt="2019-03-18T20:55:15.206" v="144" actId="20577"/>
          <ac:spMkLst>
            <pc:docMk/>
            <pc:sldMk cId="3781309455" sldId="284"/>
            <ac:spMk id="7" creationId="{7DE69909-0B0F-442C-8B45-5A3871D022D8}"/>
          </ac:spMkLst>
        </pc:spChg>
        <pc:spChg chg="mod">
          <ac:chgData name="" userId="" providerId="" clId="Web-{AC7CDA06-E225-4AB8-8AE1-29B728624B51}" dt="2019-03-18T20:56:17.175" v="154" actId="1076"/>
          <ac:spMkLst>
            <pc:docMk/>
            <pc:sldMk cId="3781309455" sldId="284"/>
            <ac:spMk id="10" creationId="{F0348946-0074-4077-A388-BFF87C2474A6}"/>
          </ac:spMkLst>
        </pc:spChg>
        <pc:picChg chg="add mod">
          <ac:chgData name="" userId="" providerId="" clId="Web-{AC7CDA06-E225-4AB8-8AE1-29B728624B51}" dt="2019-03-18T20:55:53.284" v="148" actId="1076"/>
          <ac:picMkLst>
            <pc:docMk/>
            <pc:sldMk cId="3781309455" sldId="284"/>
            <ac:picMk id="2" creationId="{5DC06769-1A9A-491D-8169-3DD22823A003}"/>
          </ac:picMkLst>
        </pc:picChg>
        <pc:picChg chg="del">
          <ac:chgData name="" userId="" providerId="" clId="Web-{AC7CDA06-E225-4AB8-8AE1-29B728624B51}" dt="2019-03-18T20:55:12.784" v="143"/>
          <ac:picMkLst>
            <pc:docMk/>
            <pc:sldMk cId="3781309455" sldId="284"/>
            <ac:picMk id="5" creationId="{925056CE-44B0-42EC-ADF4-0C1A71B6600E}"/>
          </ac:picMkLst>
        </pc:picChg>
      </pc:sldChg>
    </pc:docChg>
  </pc:docChgLst>
  <pc:docChgLst>
    <pc:chgData clId="Web-{896B5F9C-2E76-4E04-9E6D-7B07AD80F746}"/>
    <pc:docChg chg="addSld modSld">
      <pc:chgData name="" userId="" providerId="" clId="Web-{896B5F9C-2E76-4E04-9E6D-7B07AD80F746}" dt="2019-03-18T22:55:15.613" v="94"/>
      <pc:docMkLst>
        <pc:docMk/>
      </pc:docMkLst>
      <pc:sldChg chg="modSp">
        <pc:chgData name="" userId="" providerId="" clId="Web-{896B5F9C-2E76-4E04-9E6D-7B07AD80F746}" dt="2019-03-18T22:49:08.206" v="48" actId="1076"/>
        <pc:sldMkLst>
          <pc:docMk/>
          <pc:sldMk cId="3781309455" sldId="284"/>
        </pc:sldMkLst>
        <pc:spChg chg="mod">
          <ac:chgData name="" userId="" providerId="" clId="Web-{896B5F9C-2E76-4E04-9E6D-7B07AD80F746}" dt="2019-03-18T22:49:08.206" v="48" actId="1076"/>
          <ac:spMkLst>
            <pc:docMk/>
            <pc:sldMk cId="3781309455" sldId="284"/>
            <ac:spMk id="10" creationId="{F0348946-0074-4077-A388-BFF87C2474A6}"/>
          </ac:spMkLst>
        </pc:spChg>
      </pc:sldChg>
      <pc:sldChg chg="addSp delSp modSp new">
        <pc:chgData name="" userId="" providerId="" clId="Web-{896B5F9C-2E76-4E04-9E6D-7B07AD80F746}" dt="2019-03-18T22:49:01.316" v="39" actId="20577"/>
        <pc:sldMkLst>
          <pc:docMk/>
          <pc:sldMk cId="1105858421" sldId="285"/>
        </pc:sldMkLst>
        <pc:spChg chg="del">
          <ac:chgData name="" userId="" providerId="" clId="Web-{896B5F9C-2E76-4E04-9E6D-7B07AD80F746}" dt="2019-03-18T22:46:16.175" v="4"/>
          <ac:spMkLst>
            <pc:docMk/>
            <pc:sldMk cId="1105858421" sldId="285"/>
            <ac:spMk id="2" creationId="{2FA1DC9D-918B-40A9-85F4-120A2C4EE984}"/>
          </ac:spMkLst>
        </pc:spChg>
        <pc:spChg chg="del">
          <ac:chgData name="" userId="" providerId="" clId="Web-{896B5F9C-2E76-4E04-9E6D-7B07AD80F746}" dt="2019-03-18T22:46:15.316" v="3"/>
          <ac:spMkLst>
            <pc:docMk/>
            <pc:sldMk cId="1105858421" sldId="285"/>
            <ac:spMk id="3" creationId="{CCA4A9A9-02C1-4973-9039-947DDAFB7025}"/>
          </ac:spMkLst>
        </pc:spChg>
        <pc:spChg chg="add mod">
          <ac:chgData name="" userId="" providerId="" clId="Web-{896B5F9C-2E76-4E04-9E6D-7B07AD80F746}" dt="2019-03-18T22:49:01.316" v="39" actId="20577"/>
          <ac:spMkLst>
            <pc:docMk/>
            <pc:sldMk cId="1105858421" sldId="285"/>
            <ac:spMk id="4" creationId="{BD83AC6F-D3A1-443E-8F6E-3BCB9C009D09}"/>
          </ac:spMkLst>
        </pc:spChg>
        <pc:spChg chg="add">
          <ac:chgData name="" userId="" providerId="" clId="Web-{896B5F9C-2E76-4E04-9E6D-7B07AD80F746}" dt="2019-03-18T22:46:22.409" v="5"/>
          <ac:spMkLst>
            <pc:docMk/>
            <pc:sldMk cId="1105858421" sldId="285"/>
            <ac:spMk id="6" creationId="{44F6A84A-8AC6-44B0-8366-5283F1CF064C}"/>
          </ac:spMkLst>
        </pc:spChg>
        <pc:spChg chg="add">
          <ac:chgData name="" userId="" providerId="" clId="Web-{896B5F9C-2E76-4E04-9E6D-7B07AD80F746}" dt="2019-03-18T22:46:22.426" v="6"/>
          <ac:spMkLst>
            <pc:docMk/>
            <pc:sldMk cId="1105858421" sldId="285"/>
            <ac:spMk id="8" creationId="{2175E2EE-9101-45EC-8704-1FB42CE444D8}"/>
          </ac:spMkLst>
        </pc:spChg>
        <pc:spChg chg="add mod">
          <ac:chgData name="" userId="" providerId="" clId="Web-{896B5F9C-2E76-4E04-9E6D-7B07AD80F746}" dt="2019-03-18T22:48:25.097" v="37" actId="1076"/>
          <ac:spMkLst>
            <pc:docMk/>
            <pc:sldMk cId="1105858421" sldId="285"/>
            <ac:spMk id="11" creationId="{19C76307-223B-46E8-993B-759439E395F9}"/>
          </ac:spMkLst>
        </pc:spChg>
        <pc:picChg chg="add mod">
          <ac:chgData name="" userId="" providerId="" clId="Web-{896B5F9C-2E76-4E04-9E6D-7B07AD80F746}" dt="2019-03-18T22:47:43.503" v="28" actId="1076"/>
          <ac:picMkLst>
            <pc:docMk/>
            <pc:sldMk cId="1105858421" sldId="285"/>
            <ac:picMk id="9" creationId="{155F6C95-F016-41A7-8FA4-9AA543225688}"/>
          </ac:picMkLst>
        </pc:picChg>
      </pc:sldChg>
      <pc:sldChg chg="addSp delSp modSp add replId">
        <pc:chgData name="" userId="" providerId="" clId="Web-{896B5F9C-2E76-4E04-9E6D-7B07AD80F746}" dt="2019-03-18T22:55:15.613" v="94"/>
        <pc:sldMkLst>
          <pc:docMk/>
          <pc:sldMk cId="3470509905" sldId="286"/>
        </pc:sldMkLst>
        <pc:spChg chg="mod">
          <ac:chgData name="" userId="" providerId="" clId="Web-{896B5F9C-2E76-4E04-9E6D-7B07AD80F746}" dt="2019-03-18T22:51:58.378" v="68" actId="20577"/>
          <ac:spMkLst>
            <pc:docMk/>
            <pc:sldMk cId="3470509905" sldId="286"/>
            <ac:spMk id="4" creationId="{BD83AC6F-D3A1-443E-8F6E-3BCB9C009D09}"/>
          </ac:spMkLst>
        </pc:spChg>
        <pc:spChg chg="add del mod">
          <ac:chgData name="" userId="" providerId="" clId="Web-{896B5F9C-2E76-4E04-9E6D-7B07AD80F746}" dt="2019-03-18T22:55:09.238" v="89"/>
          <ac:spMkLst>
            <pc:docMk/>
            <pc:sldMk cId="3470509905" sldId="286"/>
            <ac:spMk id="10" creationId="{52AEA5DF-9E78-46D9-816F-86D2472F0EE2}"/>
          </ac:spMkLst>
        </pc:spChg>
        <pc:spChg chg="mod">
          <ac:chgData name="" userId="" providerId="" clId="Web-{896B5F9C-2E76-4E04-9E6D-7B07AD80F746}" dt="2019-03-18T22:53:07.253" v="78" actId="1076"/>
          <ac:spMkLst>
            <pc:docMk/>
            <pc:sldMk cId="3470509905" sldId="286"/>
            <ac:spMk id="11" creationId="{19C76307-223B-46E8-993B-759439E395F9}"/>
          </ac:spMkLst>
        </pc:spChg>
        <pc:spChg chg="add del mod">
          <ac:chgData name="" userId="" providerId="" clId="Web-{896B5F9C-2E76-4E04-9E6D-7B07AD80F746}" dt="2019-03-18T22:55:15.613" v="94"/>
          <ac:spMkLst>
            <pc:docMk/>
            <pc:sldMk cId="3470509905" sldId="286"/>
            <ac:spMk id="12" creationId="{25CDFC07-B9A4-4D04-BD42-641A360B842E}"/>
          </ac:spMkLst>
        </pc:spChg>
        <pc:picChg chg="add del mod">
          <ac:chgData name="" userId="" providerId="" clId="Web-{896B5F9C-2E76-4E04-9E6D-7B07AD80F746}" dt="2019-03-18T22:54:04.347" v="79"/>
          <ac:picMkLst>
            <pc:docMk/>
            <pc:sldMk cId="3470509905" sldId="286"/>
            <ac:picMk id="2" creationId="{F839AA3E-02CF-4C7D-961B-576E95CBCACD}"/>
          </ac:picMkLst>
        </pc:picChg>
        <pc:picChg chg="add del mod">
          <ac:chgData name="" userId="" providerId="" clId="Web-{896B5F9C-2E76-4E04-9E6D-7B07AD80F746}" dt="2019-03-18T22:54:57.957" v="84"/>
          <ac:picMkLst>
            <pc:docMk/>
            <pc:sldMk cId="3470509905" sldId="286"/>
            <ac:picMk id="5" creationId="{D583CBA9-766A-4C11-894A-8A22D3A03958}"/>
          </ac:picMkLst>
        </pc:picChg>
        <pc:picChg chg="del">
          <ac:chgData name="" userId="" providerId="" clId="Web-{896B5F9C-2E76-4E04-9E6D-7B07AD80F746}" dt="2019-03-18T22:49:42.753" v="50"/>
          <ac:picMkLst>
            <pc:docMk/>
            <pc:sldMk cId="3470509905" sldId="286"/>
            <ac:picMk id="9" creationId="{155F6C95-F016-41A7-8FA4-9AA543225688}"/>
          </ac:picMkLst>
        </pc:picChg>
      </pc:sldChg>
    </pc:docChg>
  </pc:docChgLst>
  <pc:docChgLst>
    <pc:chgData clId="Web-{C91F8B39-62A5-40CA-86F5-C6171C657F16}"/>
    <pc:docChg chg="addSld modSld">
      <pc:chgData name="" userId="" providerId="" clId="Web-{C91F8B39-62A5-40CA-86F5-C6171C657F16}" dt="2019-04-03T21:38:54.348" v="119" actId="1076"/>
      <pc:docMkLst>
        <pc:docMk/>
      </pc:docMkLst>
      <pc:sldChg chg="addSp delSp modSp">
        <pc:chgData name="" userId="" providerId="" clId="Web-{C91F8B39-62A5-40CA-86F5-C6171C657F16}" dt="2019-04-03T21:35:20.987" v="98" actId="20577"/>
        <pc:sldMkLst>
          <pc:docMk/>
          <pc:sldMk cId="596980471" sldId="315"/>
        </pc:sldMkLst>
        <pc:spChg chg="mod">
          <ac:chgData name="" userId="" providerId="" clId="Web-{C91F8B39-62A5-40CA-86F5-C6171C657F16}" dt="2019-04-03T21:33:41.331" v="76" actId="1076"/>
          <ac:spMkLst>
            <pc:docMk/>
            <pc:sldMk cId="596980471" sldId="315"/>
            <ac:spMk id="2" creationId="{00000000-0000-0000-0000-000000000000}"/>
          </ac:spMkLst>
        </pc:spChg>
        <pc:spChg chg="add del mod">
          <ac:chgData name="" userId="" providerId="" clId="Web-{C91F8B39-62A5-40CA-86F5-C6171C657F16}" dt="2019-04-03T21:29:10.642" v="7"/>
          <ac:spMkLst>
            <pc:docMk/>
            <pc:sldMk cId="596980471" sldId="315"/>
            <ac:spMk id="3" creationId="{EDD9CE60-3734-4DD3-9C2A-EB5A1F87273D}"/>
          </ac:spMkLst>
        </pc:spChg>
        <pc:spChg chg="add mod">
          <ac:chgData name="" userId="" providerId="" clId="Web-{C91F8B39-62A5-40CA-86F5-C6171C657F16}" dt="2019-04-03T21:35:20.987" v="98" actId="20577"/>
          <ac:spMkLst>
            <pc:docMk/>
            <pc:sldMk cId="596980471" sldId="315"/>
            <ac:spMk id="4" creationId="{FC986AEE-3781-44F8-815D-B2742424E175}"/>
          </ac:spMkLst>
        </pc:spChg>
        <pc:spChg chg="mod">
          <ac:chgData name="" userId="" providerId="" clId="Web-{C91F8B39-62A5-40CA-86F5-C6171C657F16}" dt="2019-04-03T21:33:59.815" v="79" actId="1076"/>
          <ac:spMkLst>
            <pc:docMk/>
            <pc:sldMk cId="596980471" sldId="315"/>
            <ac:spMk id="9" creationId="{00000000-0000-0000-0000-000000000000}"/>
          </ac:spMkLst>
        </pc:spChg>
        <pc:spChg chg="mod">
          <ac:chgData name="" userId="" providerId="" clId="Web-{C91F8B39-62A5-40CA-86F5-C6171C657F16}" dt="2019-04-03T21:33:59.831" v="80" actId="1076"/>
          <ac:spMkLst>
            <pc:docMk/>
            <pc:sldMk cId="596980471" sldId="315"/>
            <ac:spMk id="10" creationId="{00000000-0000-0000-0000-000000000000}"/>
          </ac:spMkLst>
        </pc:spChg>
        <pc:spChg chg="mod">
          <ac:chgData name="" userId="" providerId="" clId="Web-{C91F8B39-62A5-40CA-86F5-C6171C657F16}" dt="2019-04-03T21:34:08.784" v="87" actId="1076"/>
          <ac:spMkLst>
            <pc:docMk/>
            <pc:sldMk cId="596980471" sldId="315"/>
            <ac:spMk id="11" creationId="{00000000-0000-0000-0000-000000000000}"/>
          </ac:spMkLst>
        </pc:spChg>
        <pc:spChg chg="mod">
          <ac:chgData name="" userId="" providerId="" clId="Web-{C91F8B39-62A5-40CA-86F5-C6171C657F16}" dt="2019-04-03T21:33:59.862" v="81" actId="1076"/>
          <ac:spMkLst>
            <pc:docMk/>
            <pc:sldMk cId="596980471" sldId="315"/>
            <ac:spMk id="12" creationId="{00000000-0000-0000-0000-000000000000}"/>
          </ac:spMkLst>
        </pc:spChg>
        <pc:spChg chg="mod">
          <ac:chgData name="" userId="" providerId="" clId="Web-{C91F8B39-62A5-40CA-86F5-C6171C657F16}" dt="2019-04-03T21:34:08.784" v="86" actId="1076"/>
          <ac:spMkLst>
            <pc:docMk/>
            <pc:sldMk cId="596980471" sldId="315"/>
            <ac:spMk id="13" creationId="{00000000-0000-0000-0000-000000000000}"/>
          </ac:spMkLst>
        </pc:spChg>
        <pc:spChg chg="add del mod">
          <ac:chgData name="" userId="" providerId="" clId="Web-{C91F8B39-62A5-40CA-86F5-C6171C657F16}" dt="2019-04-03T21:33:44.815" v="77" actId="1076"/>
          <ac:spMkLst>
            <pc:docMk/>
            <pc:sldMk cId="596980471" sldId="315"/>
            <ac:spMk id="24" creationId="{00000000-0000-0000-0000-000000000000}"/>
          </ac:spMkLst>
        </pc:spChg>
        <pc:picChg chg="add del mod">
          <ac:chgData name="" userId="" providerId="" clId="Web-{C91F8B39-62A5-40CA-86F5-C6171C657F16}" dt="2019-04-03T21:33:46.722" v="78" actId="1076"/>
          <ac:picMkLst>
            <pc:docMk/>
            <pc:sldMk cId="596980471" sldId="315"/>
            <ac:picMk id="23" creationId="{00000000-0000-0000-0000-000000000000}"/>
          </ac:picMkLst>
        </pc:picChg>
        <pc:cxnChg chg="mod">
          <ac:chgData name="" userId="" providerId="" clId="Web-{C91F8B39-62A5-40CA-86F5-C6171C657F16}" dt="2019-04-03T21:33:59.909" v="85" actId="1076"/>
          <ac:cxnSpMkLst>
            <pc:docMk/>
            <pc:sldMk cId="596980471" sldId="315"/>
            <ac:cxnSpMk id="15" creationId="{00000000-0000-0000-0000-000000000000}"/>
          </ac:cxnSpMkLst>
        </pc:cxnChg>
        <pc:cxnChg chg="mod">
          <ac:chgData name="" userId="" providerId="" clId="Web-{C91F8B39-62A5-40CA-86F5-C6171C657F16}" dt="2019-04-03T21:33:59.862" v="82" actId="1076"/>
          <ac:cxnSpMkLst>
            <pc:docMk/>
            <pc:sldMk cId="596980471" sldId="315"/>
            <ac:cxnSpMk id="16" creationId="{00000000-0000-0000-0000-000000000000}"/>
          </ac:cxnSpMkLst>
        </pc:cxnChg>
        <pc:cxnChg chg="mod">
          <ac:chgData name="" userId="" providerId="" clId="Web-{C91F8B39-62A5-40CA-86F5-C6171C657F16}" dt="2019-04-03T21:33:59.878" v="83" actId="1076"/>
          <ac:cxnSpMkLst>
            <pc:docMk/>
            <pc:sldMk cId="596980471" sldId="315"/>
            <ac:cxnSpMk id="18" creationId="{00000000-0000-0000-0000-000000000000}"/>
          </ac:cxnSpMkLst>
        </pc:cxnChg>
        <pc:cxnChg chg="mod">
          <ac:chgData name="" userId="" providerId="" clId="Web-{C91F8B39-62A5-40CA-86F5-C6171C657F16}" dt="2019-04-03T21:33:59.893" v="84" actId="1076"/>
          <ac:cxnSpMkLst>
            <pc:docMk/>
            <pc:sldMk cId="596980471" sldId="315"/>
            <ac:cxnSpMk id="21" creationId="{00000000-0000-0000-0000-000000000000}"/>
          </ac:cxnSpMkLst>
        </pc:cxnChg>
      </pc:sldChg>
      <pc:sldChg chg="addSp delSp modSp add replId">
        <pc:chgData name="" userId="" providerId="" clId="Web-{C91F8B39-62A5-40CA-86F5-C6171C657F16}" dt="2019-04-03T21:38:54.348" v="119" actId="1076"/>
        <pc:sldMkLst>
          <pc:docMk/>
          <pc:sldMk cId="2462873147" sldId="316"/>
        </pc:sldMkLst>
        <pc:spChg chg="add mod">
          <ac:chgData name="" userId="" providerId="" clId="Web-{C91F8B39-62A5-40CA-86F5-C6171C657F16}" dt="2019-04-03T21:38:54.348" v="119" actId="1076"/>
          <ac:spMkLst>
            <pc:docMk/>
            <pc:sldMk cId="2462873147" sldId="316"/>
            <ac:spMk id="3" creationId="{534D1A1B-9ACF-4C18-9B9B-1316F7B3A9E1}"/>
          </ac:spMkLst>
        </pc:spChg>
        <pc:spChg chg="del">
          <ac:chgData name="" userId="" providerId="" clId="Web-{C91F8B39-62A5-40CA-86F5-C6171C657F16}" dt="2019-04-03T21:38:32.723" v="110"/>
          <ac:spMkLst>
            <pc:docMk/>
            <pc:sldMk cId="2462873147" sldId="316"/>
            <ac:spMk id="9" creationId="{00000000-0000-0000-0000-000000000000}"/>
          </ac:spMkLst>
        </pc:spChg>
        <pc:spChg chg="del">
          <ac:chgData name="" userId="" providerId="" clId="Web-{C91F8B39-62A5-40CA-86F5-C6171C657F16}" dt="2019-04-03T21:38:32.723" v="109"/>
          <ac:spMkLst>
            <pc:docMk/>
            <pc:sldMk cId="2462873147" sldId="316"/>
            <ac:spMk id="10" creationId="{00000000-0000-0000-0000-000000000000}"/>
          </ac:spMkLst>
        </pc:spChg>
        <pc:spChg chg="del">
          <ac:chgData name="" userId="" providerId="" clId="Web-{C91F8B39-62A5-40CA-86F5-C6171C657F16}" dt="2019-04-03T21:38:32.723" v="108"/>
          <ac:spMkLst>
            <pc:docMk/>
            <pc:sldMk cId="2462873147" sldId="316"/>
            <ac:spMk id="11" creationId="{00000000-0000-0000-0000-000000000000}"/>
          </ac:spMkLst>
        </pc:spChg>
        <pc:spChg chg="del">
          <ac:chgData name="" userId="" providerId="" clId="Web-{C91F8B39-62A5-40CA-86F5-C6171C657F16}" dt="2019-04-03T21:38:32.723" v="107"/>
          <ac:spMkLst>
            <pc:docMk/>
            <pc:sldMk cId="2462873147" sldId="316"/>
            <ac:spMk id="12" creationId="{00000000-0000-0000-0000-000000000000}"/>
          </ac:spMkLst>
        </pc:spChg>
        <pc:spChg chg="del">
          <ac:chgData name="" userId="" providerId="" clId="Web-{C91F8B39-62A5-40CA-86F5-C6171C657F16}" dt="2019-04-03T21:38:32.723" v="106"/>
          <ac:spMkLst>
            <pc:docMk/>
            <pc:sldMk cId="2462873147" sldId="316"/>
            <ac:spMk id="13" creationId="{00000000-0000-0000-0000-000000000000}"/>
          </ac:spMkLst>
        </pc:spChg>
        <pc:spChg chg="add mod">
          <ac:chgData name="" userId="" providerId="" clId="Web-{C91F8B39-62A5-40CA-86F5-C6171C657F16}" dt="2019-04-03T21:38:52.864" v="118" actId="1076"/>
          <ac:spMkLst>
            <pc:docMk/>
            <pc:sldMk cId="2462873147" sldId="316"/>
            <ac:spMk id="19" creationId="{C5E520BF-B352-4CAE-BEDD-0852852D4C1C}"/>
          </ac:spMkLst>
        </pc:spChg>
        <pc:spChg chg="add mod">
          <ac:chgData name="" userId="" providerId="" clId="Web-{C91F8B39-62A5-40CA-86F5-C6171C657F16}" dt="2019-04-03T21:38:51.020" v="117" actId="1076"/>
          <ac:spMkLst>
            <pc:docMk/>
            <pc:sldMk cId="2462873147" sldId="316"/>
            <ac:spMk id="20" creationId="{B1A98586-9C96-43C5-8E88-5C65CD037BD1}"/>
          </ac:spMkLst>
        </pc:spChg>
        <pc:spChg chg="add mod">
          <ac:chgData name="" userId="" providerId="" clId="Web-{C91F8B39-62A5-40CA-86F5-C6171C657F16}" dt="2019-04-03T21:38:49.692" v="116" actId="1076"/>
          <ac:spMkLst>
            <pc:docMk/>
            <pc:sldMk cId="2462873147" sldId="316"/>
            <ac:spMk id="22" creationId="{1613BB1B-7D1B-4591-BBC2-A58F362C97A0}"/>
          </ac:spMkLst>
        </pc:spChg>
        <pc:cxnChg chg="del">
          <ac:chgData name="" userId="" providerId="" clId="Web-{C91F8B39-62A5-40CA-86F5-C6171C657F16}" dt="2019-04-03T21:38:32.723" v="105"/>
          <ac:cxnSpMkLst>
            <pc:docMk/>
            <pc:sldMk cId="2462873147" sldId="316"/>
            <ac:cxnSpMk id="15" creationId="{00000000-0000-0000-0000-000000000000}"/>
          </ac:cxnSpMkLst>
        </pc:cxnChg>
        <pc:cxnChg chg="del">
          <ac:chgData name="" userId="" providerId="" clId="Web-{C91F8B39-62A5-40CA-86F5-C6171C657F16}" dt="2019-04-03T21:38:32.723" v="104"/>
          <ac:cxnSpMkLst>
            <pc:docMk/>
            <pc:sldMk cId="2462873147" sldId="316"/>
            <ac:cxnSpMk id="16" creationId="{00000000-0000-0000-0000-000000000000}"/>
          </ac:cxnSpMkLst>
        </pc:cxnChg>
        <pc:cxnChg chg="del">
          <ac:chgData name="" userId="" providerId="" clId="Web-{C91F8B39-62A5-40CA-86F5-C6171C657F16}" dt="2019-04-03T21:38:32.723" v="103"/>
          <ac:cxnSpMkLst>
            <pc:docMk/>
            <pc:sldMk cId="2462873147" sldId="316"/>
            <ac:cxnSpMk id="18" creationId="{00000000-0000-0000-0000-000000000000}"/>
          </ac:cxnSpMkLst>
        </pc:cxnChg>
        <pc:cxnChg chg="del">
          <ac:chgData name="" userId="" providerId="" clId="Web-{C91F8B39-62A5-40CA-86F5-C6171C657F16}" dt="2019-04-03T21:38:32.723" v="102"/>
          <ac:cxnSpMkLst>
            <pc:docMk/>
            <pc:sldMk cId="2462873147" sldId="316"/>
            <ac:cxnSpMk id="21" creationId="{00000000-0000-0000-0000-000000000000}"/>
          </ac:cxnSpMkLst>
        </pc:cxn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8/04/2019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3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k-nearest-neighbors-for-machine-learning/" TargetMode="External"/><Relationship Id="rId2" Type="http://schemas.openxmlformats.org/officeDocument/2006/relationships/hyperlink" Target="https://machinelearningmastery.com/naive-bayes-for-machine-learn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chinelearningmastery.com/logistic-regression-for-machine-learn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4" y="1823440"/>
            <a:ext cx="107897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dirty="0"/>
              <a:t>Clasificadores básicos</a:t>
            </a:r>
          </a:p>
          <a:p>
            <a:r>
              <a:rPr lang="es-CO" sz="2400" dirty="0"/>
              <a:t>Abril 1 de 2019 - Abril 3 de 2019 - Abril 8 de 2019</a:t>
            </a:r>
          </a:p>
          <a:p>
            <a:endParaRPr lang="es-CO" sz="2400" dirty="0"/>
          </a:p>
          <a:p>
            <a:endParaRPr lang="es-CO" sz="2400" dirty="0"/>
          </a:p>
          <a:p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563253" y="3191704"/>
            <a:ext cx="10287000" cy="132343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sz="2000" dirty="0"/>
              <a:t>Introducción clasificación</a:t>
            </a:r>
          </a:p>
          <a:p>
            <a:r>
              <a:rPr lang="es-CO" sz="2000" dirty="0"/>
              <a:t>k vecinos más cercanos (k-NN)</a:t>
            </a:r>
          </a:p>
          <a:p>
            <a:r>
              <a:rPr lang="es-CO" sz="2000" i="1" dirty="0" err="1"/>
              <a:t>Naive</a:t>
            </a:r>
            <a:r>
              <a:rPr lang="es-CO" sz="2000" i="1" dirty="0"/>
              <a:t> Bayes</a:t>
            </a:r>
            <a:endParaRPr lang="es-CO" sz="2000" i="1" dirty="0">
              <a:cs typeface="Calibri"/>
            </a:endParaRPr>
          </a:p>
          <a:p>
            <a:r>
              <a:rPr lang="es-CO" sz="2000" dirty="0"/>
              <a:t>Regresión logística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944960" y="5266216"/>
            <a:ext cx="1028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Docente: Carlos Alejandro Trujillo Anaya – </a:t>
            </a:r>
            <a:r>
              <a:rPr lang="es-CO" b="1" dirty="0"/>
              <a:t>carlostrujillo@itm.edu.co</a:t>
            </a:r>
            <a:endParaRPr lang="es-C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7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982152" y="1762357"/>
            <a:ext cx="105948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Clasificación</a:t>
            </a:r>
            <a:endParaRPr lang="en-US" sz="2400" dirty="0"/>
          </a:p>
          <a:p>
            <a:endParaRPr lang="en-US" sz="2000" dirty="0"/>
          </a:p>
          <a:p>
            <a:r>
              <a:rPr lang="en-US" sz="2000" dirty="0"/>
              <a:t>Es una de las </a:t>
            </a:r>
            <a:r>
              <a:rPr lang="en-US" sz="2000" dirty="0" err="1"/>
              <a:t>tareas</a:t>
            </a:r>
            <a:r>
              <a:rPr lang="en-US" sz="2000" dirty="0"/>
              <a:t> que </a:t>
            </a:r>
            <a:r>
              <a:rPr lang="en-US" sz="2000" dirty="0" err="1"/>
              <a:t>llevan</a:t>
            </a:r>
            <a:r>
              <a:rPr lang="en-US" sz="2000" dirty="0"/>
              <a:t> a </a:t>
            </a:r>
            <a:r>
              <a:rPr lang="en-US" sz="2000" dirty="0" err="1"/>
              <a:t>cabo</a:t>
            </a:r>
            <a:r>
              <a:rPr lang="en-US" sz="2000" dirty="0"/>
              <a:t> los </a:t>
            </a:r>
            <a:r>
              <a:rPr lang="en-US" sz="2000" dirty="0" err="1"/>
              <a:t>algoritmos</a:t>
            </a:r>
            <a:r>
              <a:rPr lang="en-US" sz="2000" dirty="0"/>
              <a:t> de </a:t>
            </a:r>
            <a:r>
              <a:rPr lang="en-US" sz="2000" dirty="0" err="1"/>
              <a:t>aprendizaje</a:t>
            </a:r>
            <a:r>
              <a:rPr lang="en-US" sz="2000" dirty="0"/>
              <a:t> de </a:t>
            </a:r>
            <a:r>
              <a:rPr lang="en-US" sz="2000" dirty="0" err="1"/>
              <a:t>máquina</a:t>
            </a:r>
            <a:r>
              <a:rPr lang="en-US" sz="2000" dirty="0"/>
              <a:t> (</a:t>
            </a:r>
            <a:r>
              <a:rPr lang="en-US" sz="2000" dirty="0" err="1"/>
              <a:t>Inteligencia</a:t>
            </a:r>
            <a:r>
              <a:rPr lang="en-US" sz="2000" dirty="0"/>
              <a:t> Artificial).</a:t>
            </a:r>
            <a:endParaRPr lang="es-CO" sz="2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686" y="3268652"/>
            <a:ext cx="2773795" cy="2921652"/>
          </a:xfrm>
          <a:prstGeom prst="rect">
            <a:avLst/>
          </a:prstGeom>
        </p:spPr>
      </p:pic>
      <p:cxnSp>
        <p:nvCxnSpPr>
          <p:cNvPr id="5" name="Conector recto de flecha 4"/>
          <p:cNvCxnSpPr/>
          <p:nvPr/>
        </p:nvCxnSpPr>
        <p:spPr>
          <a:xfrm flipV="1">
            <a:off x="3580761" y="3819560"/>
            <a:ext cx="17929" cy="2286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>
            <a:off x="3825441" y="6383466"/>
            <a:ext cx="2381980" cy="89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051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200400" y="621658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https://www.kdnuggets.com/2017/05/machine-learning-crash-course-part-1.html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923974" y="1677064"/>
            <a:ext cx="529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b="1" dirty="0" err="1"/>
              <a:t>Clasificación</a:t>
            </a:r>
            <a:r>
              <a:rPr lang="en-US" sz="2400" b="1" dirty="0"/>
              <a:t> en </a:t>
            </a:r>
            <a:r>
              <a:rPr lang="en-US" sz="2400" b="1" dirty="0" err="1"/>
              <a:t>aprendizaje</a:t>
            </a:r>
            <a:r>
              <a:rPr lang="en-US" sz="2400" b="1" dirty="0"/>
              <a:t> de </a:t>
            </a:r>
            <a:r>
              <a:rPr lang="en-US" sz="2400" b="1" dirty="0" err="1"/>
              <a:t>máquina</a:t>
            </a:r>
            <a:endParaRPr lang="en-US" sz="24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100" y="2811461"/>
            <a:ext cx="3018646" cy="2732395"/>
          </a:xfrm>
          <a:prstGeom prst="rect">
            <a:avLst/>
          </a:prstGeom>
        </p:spPr>
      </p:pic>
      <p:pic>
        <p:nvPicPr>
          <p:cNvPr id="7" name="Picture 2" descr="Resultado de imagen para orang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903" y="1677064"/>
            <a:ext cx="1612985" cy="161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418" y="1677064"/>
            <a:ext cx="1424724" cy="142472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425" y="3476064"/>
            <a:ext cx="1535463" cy="176828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0906" y="3526017"/>
            <a:ext cx="184785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939553" y="6416093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https://www.kdnuggets.com/2017/05/machine-learning-crash-course-part-1.html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212" y="2437948"/>
            <a:ext cx="3895725" cy="367665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7882498" y="1247592"/>
            <a:ext cx="38702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/>
              <a:t>Objetivo</a:t>
            </a:r>
            <a:r>
              <a:rPr lang="en-US" sz="2000" b="1" dirty="0"/>
              <a:t>: </a:t>
            </a:r>
            <a:r>
              <a:rPr lang="en-US" sz="2000" dirty="0" err="1"/>
              <a:t>Determinar</a:t>
            </a:r>
            <a:r>
              <a:rPr lang="en-US" sz="2000" dirty="0"/>
              <a:t> la </a:t>
            </a:r>
            <a:r>
              <a:rPr lang="en-US" sz="2000" dirty="0" err="1"/>
              <a:t>frontera</a:t>
            </a:r>
            <a:r>
              <a:rPr lang="en-US" sz="2000" dirty="0"/>
              <a:t> de </a:t>
            </a:r>
            <a:r>
              <a:rPr lang="en-US" sz="2000" dirty="0" err="1"/>
              <a:t>decisión</a:t>
            </a:r>
            <a:endParaRPr lang="en-US" sz="20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153" y="2256973"/>
            <a:ext cx="3914775" cy="3857625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923974" y="1677064"/>
            <a:ext cx="529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b="1" dirty="0" err="1"/>
              <a:t>Clasificación</a:t>
            </a:r>
            <a:r>
              <a:rPr lang="en-US" sz="2400" b="1" dirty="0"/>
              <a:t> en </a:t>
            </a:r>
            <a:r>
              <a:rPr lang="en-US" sz="2400" b="1" dirty="0" err="1"/>
              <a:t>aprendizaje</a:t>
            </a:r>
            <a:r>
              <a:rPr lang="en-US" sz="2400" b="1" dirty="0"/>
              <a:t> de </a:t>
            </a:r>
            <a:r>
              <a:rPr lang="en-US" sz="2400" b="1" dirty="0" err="1"/>
              <a:t>máquina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4855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939553" y="6416093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https://www.kdnuggets.com/2017/05/machine-learning-crash-course-part-1.html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905347" y="2758961"/>
            <a:ext cx="302110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/>
              <a:t>Al darle a nuestro clasificador ejemplos de naranjas y manzanas para que aprenda, el puede generalizar su experiencia para imágenes de manzanas y naranjas que nunca ha visto.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19" y="2582956"/>
            <a:ext cx="4767665" cy="356683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923974" y="1677064"/>
            <a:ext cx="529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b="1" dirty="0" err="1"/>
              <a:t>Clasificación</a:t>
            </a:r>
            <a:r>
              <a:rPr lang="en-US" sz="2400" b="1" dirty="0"/>
              <a:t> en </a:t>
            </a:r>
            <a:r>
              <a:rPr lang="en-US" sz="2400" b="1" dirty="0" err="1"/>
              <a:t>aprendizaje</a:t>
            </a:r>
            <a:r>
              <a:rPr lang="en-US" sz="2400" b="1" dirty="0"/>
              <a:t> de </a:t>
            </a:r>
            <a:r>
              <a:rPr lang="en-US" sz="2400" b="1" dirty="0" err="1"/>
              <a:t>máquina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9665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200" y="2804359"/>
            <a:ext cx="4755859" cy="337260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68" y="2640527"/>
            <a:ext cx="2773795" cy="2921652"/>
          </a:xfrm>
          <a:prstGeom prst="rect">
            <a:avLst/>
          </a:prstGeom>
        </p:spPr>
      </p:pic>
      <p:cxnSp>
        <p:nvCxnSpPr>
          <p:cNvPr id="6" name="Conector recto de flecha 5"/>
          <p:cNvCxnSpPr/>
          <p:nvPr/>
        </p:nvCxnSpPr>
        <p:spPr>
          <a:xfrm flipV="1">
            <a:off x="1030943" y="3191435"/>
            <a:ext cx="17929" cy="2286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/>
          <p:cNvCxnSpPr/>
          <p:nvPr/>
        </p:nvCxnSpPr>
        <p:spPr>
          <a:xfrm>
            <a:off x="1275623" y="5755341"/>
            <a:ext cx="2381980" cy="89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/>
          <p:cNvSpPr/>
          <p:nvPr/>
        </p:nvSpPr>
        <p:spPr>
          <a:xfrm>
            <a:off x="870185" y="1566416"/>
            <a:ext cx="10594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Cómo</a:t>
            </a:r>
            <a:r>
              <a:rPr lang="en-US" sz="2400" b="1" dirty="0"/>
              <a:t> </a:t>
            </a:r>
            <a:r>
              <a:rPr lang="en-US" sz="2400" b="1" dirty="0" err="1"/>
              <a:t>podemos</a:t>
            </a:r>
            <a:r>
              <a:rPr lang="en-US" sz="2400" b="1" dirty="0"/>
              <a:t> </a:t>
            </a:r>
            <a:r>
              <a:rPr lang="en-US" sz="2400" b="1" dirty="0" err="1"/>
              <a:t>calificar</a:t>
            </a:r>
            <a:r>
              <a:rPr lang="en-US" sz="2400" b="1" dirty="0"/>
              <a:t> un </a:t>
            </a:r>
            <a:r>
              <a:rPr lang="en-US" sz="2400" b="1" dirty="0" err="1"/>
              <a:t>clasificador</a:t>
            </a:r>
            <a:r>
              <a:rPr lang="en-US" sz="2400" b="1" dirty="0"/>
              <a:t>?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684952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149163" y="6372036"/>
            <a:ext cx="1459335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Thales</a:t>
            </a:r>
            <a:r>
              <a:rPr lang="es-CO" sz="1200" dirty="0"/>
              <a:t> </a:t>
            </a:r>
            <a:r>
              <a:rPr lang="es-CO" sz="1200" dirty="0" err="1"/>
              <a:t>Sehn</a:t>
            </a:r>
            <a:r>
              <a:rPr lang="es-CO" sz="1200" dirty="0"/>
              <a:t> </a:t>
            </a:r>
            <a:r>
              <a:rPr lang="es-CO" sz="1200" dirty="0" err="1"/>
              <a:t>Korting</a:t>
            </a:r>
            <a:endParaRPr lang="es-CO" sz="1200" dirty="0"/>
          </a:p>
        </p:txBody>
      </p:sp>
      <p:sp>
        <p:nvSpPr>
          <p:cNvPr id="6" name="Rectángulo 5"/>
          <p:cNvSpPr/>
          <p:nvPr/>
        </p:nvSpPr>
        <p:spPr>
          <a:xfrm>
            <a:off x="-1050753" y="1934291"/>
            <a:ext cx="74023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k-NN (k-nearest neighbor)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99" y="2964730"/>
            <a:ext cx="5269971" cy="3279290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-524781" y="4523599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7164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149163" y="6372036"/>
            <a:ext cx="1459335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Thales</a:t>
            </a:r>
            <a:r>
              <a:rPr lang="es-CO" sz="1200" dirty="0"/>
              <a:t> </a:t>
            </a:r>
            <a:r>
              <a:rPr lang="es-CO" sz="1200" dirty="0" err="1"/>
              <a:t>Sehn</a:t>
            </a:r>
            <a:r>
              <a:rPr lang="es-CO" sz="1200" dirty="0"/>
              <a:t> </a:t>
            </a:r>
            <a:r>
              <a:rPr lang="es-CO" sz="1200" dirty="0" err="1"/>
              <a:t>Korting</a:t>
            </a:r>
            <a:endParaRPr lang="es-CO" sz="120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99" y="2964730"/>
            <a:ext cx="5269971" cy="3279290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-524781" y="4523599"/>
            <a:ext cx="74023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c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261" y="3973400"/>
            <a:ext cx="2119541" cy="1261950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2694797" y="4288536"/>
            <a:ext cx="1016222" cy="92852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5">
            <a:extLst>
              <a:ext uri="{FF2B5EF4-FFF2-40B4-BE49-F238E27FC236}">
                <a16:creationId xmlns:a16="http://schemas.microsoft.com/office/drawing/2014/main" id="{D7521303-4305-44F1-A669-FE2EA5D53DA3}"/>
              </a:ext>
            </a:extLst>
          </p:cNvPr>
          <p:cNvSpPr/>
          <p:nvPr/>
        </p:nvSpPr>
        <p:spPr>
          <a:xfrm>
            <a:off x="-1050753" y="1934291"/>
            <a:ext cx="74023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k-NN (k-nearest neighbor)</a:t>
            </a:r>
          </a:p>
        </p:txBody>
      </p:sp>
    </p:spTree>
    <p:extLst>
      <p:ext uri="{BB962C8B-B14F-4D97-AF65-F5344CB8AC3E}">
        <p14:creationId xmlns:p14="http://schemas.microsoft.com/office/powerpoint/2010/main" val="1912258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645" y="3106576"/>
            <a:ext cx="5816518" cy="336371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7149163" y="6372036"/>
            <a:ext cx="1459335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Thales</a:t>
            </a:r>
            <a:r>
              <a:rPr lang="es-CO" sz="1200" dirty="0"/>
              <a:t> </a:t>
            </a:r>
            <a:r>
              <a:rPr lang="es-CO" sz="1200" dirty="0" err="1"/>
              <a:t>Sehn</a:t>
            </a:r>
            <a:r>
              <a:rPr lang="es-CO" sz="1200" dirty="0"/>
              <a:t> </a:t>
            </a:r>
            <a:r>
              <a:rPr lang="es-CO" sz="1200" dirty="0" err="1"/>
              <a:t>Korting</a:t>
            </a:r>
            <a:endParaRPr lang="es-CO" sz="12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705" y="2679490"/>
            <a:ext cx="4009180" cy="2267114"/>
          </a:xfrm>
          <a:prstGeom prst="rect">
            <a:avLst/>
          </a:prstGeom>
        </p:spPr>
      </p:pic>
      <p:sp>
        <p:nvSpPr>
          <p:cNvPr id="9" name="Rectángulo 5">
            <a:extLst>
              <a:ext uri="{FF2B5EF4-FFF2-40B4-BE49-F238E27FC236}">
                <a16:creationId xmlns:a16="http://schemas.microsoft.com/office/drawing/2014/main" id="{8F9D4A42-6034-433D-9A6D-73D4CBD07B3B}"/>
              </a:ext>
            </a:extLst>
          </p:cNvPr>
          <p:cNvSpPr/>
          <p:nvPr/>
        </p:nvSpPr>
        <p:spPr>
          <a:xfrm>
            <a:off x="-1050753" y="1934291"/>
            <a:ext cx="74023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k-NN (k-nearest neighbor)</a:t>
            </a:r>
          </a:p>
        </p:txBody>
      </p:sp>
    </p:spTree>
    <p:extLst>
      <p:ext uri="{BB962C8B-B14F-4D97-AF65-F5344CB8AC3E}">
        <p14:creationId xmlns:p14="http://schemas.microsoft.com/office/powerpoint/2010/main" val="32442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870561" y="1696146"/>
            <a:ext cx="7402324" cy="43088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2200" b="1" dirty="0" err="1"/>
              <a:t>Algoritmo</a:t>
            </a:r>
            <a:r>
              <a:rPr lang="en-US" sz="2200" b="1" dirty="0"/>
              <a:t> </a:t>
            </a:r>
            <a:r>
              <a:rPr lang="en-US" sz="2200" b="1" i="1" dirty="0"/>
              <a:t>Naive Bayes</a:t>
            </a:r>
            <a:endParaRPr lang="es-ES"/>
          </a:p>
        </p:txBody>
      </p:sp>
      <p:sp>
        <p:nvSpPr>
          <p:cNvPr id="2" name="Rectángulo 1"/>
          <p:cNvSpPr/>
          <p:nvPr/>
        </p:nvSpPr>
        <p:spPr>
          <a:xfrm>
            <a:off x="923973" y="5895902"/>
            <a:ext cx="10594848" cy="3693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/>
              <a:t>Este algoritmo se basa en el teorema de Bayes, con la suposición de independencia entre predictores.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3176579" y="4284875"/>
                <a:ext cx="3030142" cy="6991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i="1" dirty="0"/>
                  <a:t>P(</a:t>
                </a:r>
                <a:r>
                  <a:rPr lang="en-US" sz="2200" i="1" dirty="0" err="1"/>
                  <a:t>C</a:t>
                </a:r>
                <a:r>
                  <a:rPr lang="en-US" sz="2200" i="1" baseline="-25000" dirty="0" err="1"/>
                  <a:t>k</a:t>
                </a:r>
                <a:r>
                  <a:rPr lang="en-US" sz="2200" i="1" dirty="0" err="1"/>
                  <a:t>│x</a:t>
                </a:r>
                <a:r>
                  <a:rPr lang="en-US" sz="2200" i="1" baseline="-25000" dirty="0" err="1"/>
                  <a:t>i</a:t>
                </a:r>
                <a:r>
                  <a:rPr lang="en-US" sz="2200" i="1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i="1" dirty="0"/>
                          <m:t>P</m:t>
                        </m:r>
                        <m:r>
                          <m:rPr>
                            <m:nor/>
                          </m:rPr>
                          <a:rPr lang="en-US" sz="2200" i="1" dirty="0"/>
                          <m:t>(</m:t>
                        </m:r>
                        <m:r>
                          <m:rPr>
                            <m:nor/>
                          </m:rPr>
                          <a:rPr lang="en-US" sz="2200" i="1" dirty="0"/>
                          <m:t>x</m:t>
                        </m:r>
                        <m:r>
                          <m:rPr>
                            <m:nor/>
                          </m:rPr>
                          <a:rPr lang="en-US" sz="2200" i="1" dirty="0"/>
                          <m:t>│</m:t>
                        </m:r>
                        <m:r>
                          <m:rPr>
                            <m:nor/>
                          </m:rPr>
                          <a:rPr lang="es-CO" sz="2200" b="0" i="1" dirty="0" smtClean="0"/>
                          <m:t>C</m:t>
                        </m:r>
                        <m:r>
                          <m:rPr>
                            <m:nor/>
                          </m:rPr>
                          <a:rPr lang="es-CO" sz="2200" b="0" i="1" baseline="-25000" dirty="0" smtClean="0"/>
                          <m:t>k</m:t>
                        </m:r>
                        <m:r>
                          <m:rPr>
                            <m:nor/>
                          </m:rPr>
                          <a:rPr lang="en-US" sz="2200" i="1" dirty="0"/>
                          <m:t>)</m:t>
                        </m:r>
                        <m:r>
                          <m:rPr>
                            <m:nor/>
                          </m:rPr>
                          <a:rPr lang="en-US" sz="2200" i="1" dirty="0"/>
                          <m:t>P</m:t>
                        </m:r>
                        <m:r>
                          <m:rPr>
                            <m:nor/>
                          </m:rPr>
                          <a:rPr lang="en-US" sz="2200" i="1" dirty="0"/>
                          <m:t>(</m:t>
                        </m:r>
                        <m:r>
                          <m:rPr>
                            <m:nor/>
                          </m:rPr>
                          <a:rPr lang="es-CO" sz="2200" b="0" i="1" dirty="0" smtClean="0"/>
                          <m:t>C</m:t>
                        </m:r>
                        <m:r>
                          <m:rPr>
                            <m:nor/>
                          </m:rPr>
                          <a:rPr lang="es-CO" sz="2200" b="0" i="1" baseline="-25000" dirty="0" smtClean="0"/>
                          <m:t>k</m:t>
                        </m:r>
                        <m:r>
                          <m:rPr>
                            <m:nor/>
                          </m:rPr>
                          <a:rPr lang="en-US" sz="2200" i="1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i="1" dirty="0"/>
                          <m:t>P</m:t>
                        </m:r>
                        <m:r>
                          <m:rPr>
                            <m:nor/>
                          </m:rPr>
                          <a:rPr lang="en-US" sz="2200" i="1" dirty="0"/>
                          <m:t>(</m:t>
                        </m:r>
                        <m:r>
                          <m:rPr>
                            <m:nor/>
                          </m:rPr>
                          <a:rPr lang="en-US" sz="2200" i="1" dirty="0"/>
                          <m:t>x</m:t>
                        </m:r>
                        <m:r>
                          <m:rPr>
                            <m:nor/>
                          </m:rPr>
                          <a:rPr lang="en-US" sz="2200" i="1" dirty="0"/>
                          <m:t>)</m:t>
                        </m:r>
                        <m:r>
                          <m:rPr>
                            <m:nor/>
                          </m:rPr>
                          <a:rPr lang="es-CO" sz="2200" i="1" dirty="0"/>
                          <m:t> </m:t>
                        </m:r>
                      </m:den>
                    </m:f>
                  </m:oMath>
                </a14:m>
                <a:endParaRPr lang="es-CO" sz="2200" i="1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579" y="4284875"/>
                <a:ext cx="3030142" cy="699102"/>
              </a:xfrm>
              <a:prstGeom prst="rect">
                <a:avLst/>
              </a:prstGeom>
              <a:blipFill rotWithShape="0">
                <a:blip r:embed="rId2"/>
                <a:stretch>
                  <a:fillRect l="-261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/>
          <p:cNvSpPr/>
          <p:nvPr/>
        </p:nvSpPr>
        <p:spPr>
          <a:xfrm>
            <a:off x="1488052" y="5139811"/>
            <a:ext cx="2509732" cy="52322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400" dirty="0" err="1"/>
              <a:t>Probabilidad</a:t>
            </a:r>
            <a:r>
              <a:rPr lang="en-US" sz="1400" dirty="0"/>
              <a:t> posterior de la </a:t>
            </a:r>
            <a:r>
              <a:rPr lang="en-US" sz="1400" dirty="0" err="1"/>
              <a:t>clase</a:t>
            </a:r>
            <a:r>
              <a:rPr lang="en-US" sz="1400" dirty="0"/>
              <a:t> </a:t>
            </a:r>
            <a:r>
              <a:rPr lang="en-US" sz="1400" dirty="0" err="1"/>
              <a:t>c</a:t>
            </a:r>
            <a:r>
              <a:rPr lang="en-US" sz="1400" baseline="-25000" dirty="0" err="1"/>
              <a:t>k</a:t>
            </a:r>
            <a:r>
              <a:rPr lang="en-US" sz="1400" dirty="0"/>
              <a:t> dada la </a:t>
            </a:r>
            <a:r>
              <a:rPr lang="en-US" sz="1400" dirty="0" err="1"/>
              <a:t>instancia</a:t>
            </a:r>
            <a:r>
              <a:rPr lang="en-US" sz="1400" dirty="0"/>
              <a:t> x</a:t>
            </a:r>
            <a:r>
              <a:rPr lang="en-US" sz="1400" i="1" baseline="-25000" dirty="0"/>
              <a:t>i</a:t>
            </a:r>
            <a:endParaRPr lang="es-ES" i="1" baseline="-25000" dirty="0"/>
          </a:p>
        </p:txBody>
      </p:sp>
      <p:sp>
        <p:nvSpPr>
          <p:cNvPr id="11" name="Rectángulo 10"/>
          <p:cNvSpPr/>
          <p:nvPr/>
        </p:nvSpPr>
        <p:spPr>
          <a:xfrm>
            <a:off x="5406725" y="3603659"/>
            <a:ext cx="279516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400" dirty="0" err="1"/>
              <a:t>Probabilidad</a:t>
            </a:r>
            <a:r>
              <a:rPr lang="en-US" sz="1400" dirty="0"/>
              <a:t> a priori de la </a:t>
            </a:r>
            <a:r>
              <a:rPr lang="en-US" sz="1400" dirty="0" err="1"/>
              <a:t>clase</a:t>
            </a:r>
            <a:r>
              <a:rPr lang="en-US" sz="1400" dirty="0"/>
              <a:t> </a:t>
            </a:r>
            <a:r>
              <a:rPr lang="en-US" sz="1400" i="1" dirty="0" err="1"/>
              <a:t>c</a:t>
            </a:r>
            <a:r>
              <a:rPr lang="en-US" sz="1400" i="1" baseline="-25000" dirty="0" err="1"/>
              <a:t>k</a:t>
            </a:r>
            <a:endParaRPr lang="es-ES" i="1" baseline="-25000" dirty="0" err="1"/>
          </a:p>
        </p:txBody>
      </p:sp>
      <p:sp>
        <p:nvSpPr>
          <p:cNvPr id="12" name="Rectángulo 11"/>
          <p:cNvSpPr/>
          <p:nvPr/>
        </p:nvSpPr>
        <p:spPr>
          <a:xfrm>
            <a:off x="5607291" y="5340884"/>
            <a:ext cx="2739167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400" dirty="0" err="1"/>
              <a:t>Probabilidad</a:t>
            </a:r>
            <a:r>
              <a:rPr lang="en-US" sz="1400" dirty="0"/>
              <a:t> a priori de los </a:t>
            </a:r>
            <a:r>
              <a:rPr lang="en-US" sz="1400" dirty="0" err="1"/>
              <a:t>datos</a:t>
            </a:r>
            <a:r>
              <a:rPr lang="en-US" sz="1400" dirty="0"/>
              <a:t> </a:t>
            </a:r>
            <a:r>
              <a:rPr lang="en-US" sz="1400" i="1" dirty="0"/>
              <a:t>x</a:t>
            </a:r>
            <a:endParaRPr lang="es-ES" i="1" dirty="0"/>
          </a:p>
        </p:txBody>
      </p:sp>
      <p:sp>
        <p:nvSpPr>
          <p:cNvPr id="13" name="Rectángulo 12"/>
          <p:cNvSpPr/>
          <p:nvPr/>
        </p:nvSpPr>
        <p:spPr>
          <a:xfrm>
            <a:off x="2867528" y="3539643"/>
            <a:ext cx="2184986" cy="52322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400" dirty="0" err="1"/>
              <a:t>Probabilidad</a:t>
            </a:r>
            <a:r>
              <a:rPr lang="en-US" sz="1400" dirty="0"/>
              <a:t> de los </a:t>
            </a:r>
            <a:r>
              <a:rPr lang="en-US" sz="1400" dirty="0" err="1"/>
              <a:t>datos</a:t>
            </a:r>
            <a:r>
              <a:rPr lang="en-US" sz="1400" dirty="0"/>
              <a:t> </a:t>
            </a:r>
            <a:r>
              <a:rPr lang="en-US" sz="1400" i="1" dirty="0"/>
              <a:t>x</a:t>
            </a:r>
            <a:r>
              <a:rPr lang="en-US" sz="1400" dirty="0"/>
              <a:t> dada la </a:t>
            </a:r>
            <a:r>
              <a:rPr lang="en-US" sz="1400" dirty="0" err="1"/>
              <a:t>clase</a:t>
            </a:r>
            <a:r>
              <a:rPr lang="en-US" sz="1400" dirty="0"/>
              <a:t> </a:t>
            </a:r>
            <a:r>
              <a:rPr lang="en-US" sz="1400" i="1" dirty="0" err="1"/>
              <a:t>c</a:t>
            </a:r>
            <a:r>
              <a:rPr lang="en-US" sz="1400" i="1" baseline="-25000" dirty="0" err="1"/>
              <a:t>k</a:t>
            </a:r>
            <a:endParaRPr lang="es-ES" i="1" baseline="-25000" dirty="0" err="1"/>
          </a:p>
        </p:txBody>
      </p:sp>
      <p:cxnSp>
        <p:nvCxnSpPr>
          <p:cNvPr id="15" name="Conector recto de flecha 14"/>
          <p:cNvCxnSpPr/>
          <p:nvPr/>
        </p:nvCxnSpPr>
        <p:spPr>
          <a:xfrm flipH="1">
            <a:off x="5170584" y="3883506"/>
            <a:ext cx="436707" cy="43719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H="1" flipV="1">
            <a:off x="5231693" y="4983977"/>
            <a:ext cx="528819" cy="3270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4185316" y="3949328"/>
            <a:ext cx="246674" cy="3232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 flipV="1">
            <a:off x="2801524" y="4851084"/>
            <a:ext cx="533186" cy="3283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n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229" y="3733095"/>
            <a:ext cx="1422450" cy="1422450"/>
          </a:xfrm>
          <a:prstGeom prst="rect">
            <a:avLst/>
          </a:prstGeom>
        </p:spPr>
      </p:pic>
      <p:sp>
        <p:nvSpPr>
          <p:cNvPr id="24" name="Rectángulo 23"/>
          <p:cNvSpPr/>
          <p:nvPr/>
        </p:nvSpPr>
        <p:spPr>
          <a:xfrm>
            <a:off x="9934895" y="3370096"/>
            <a:ext cx="2204546" cy="203132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/>
              <a:t>Por ejemplo, una fruta puede considerarse una manzana si es roja, redonda y tiene 8 centímetros de diámetro.</a:t>
            </a:r>
            <a:endParaRPr lang="es-CO" dirty="0"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C986AEE-3781-44F8-815D-B2742424E175}"/>
              </a:ext>
            </a:extLst>
          </p:cNvPr>
          <p:cNvSpPr txBox="1"/>
          <p:nvPr/>
        </p:nvSpPr>
        <p:spPr>
          <a:xfrm>
            <a:off x="924296" y="2319646"/>
            <a:ext cx="104423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En </a:t>
            </a:r>
            <a:r>
              <a:rPr lang="es-ES" i="1" dirty="0"/>
              <a:t>machine </a:t>
            </a:r>
            <a:r>
              <a:rPr lang="es-ES" i="1" dirty="0" err="1"/>
              <a:t>learning</a:t>
            </a:r>
            <a:r>
              <a:rPr lang="es-ES" i="1" dirty="0"/>
              <a:t>,</a:t>
            </a:r>
            <a:r>
              <a:rPr lang="es-ES" dirty="0"/>
              <a:t> una de las maneras más fáciles de seleccionar la hipótesis más probable es la información que tenemos (nuestro conjunto de entrenamiento) y que podemos utilizar como nuestro conocimiento </a:t>
            </a:r>
            <a:r>
              <a:rPr lang="es-ES" b="1" i="1" dirty="0"/>
              <a:t>previo </a:t>
            </a:r>
            <a:r>
              <a:rPr lang="es-ES" dirty="0"/>
              <a:t>sobre el problema.</a:t>
            </a:r>
          </a:p>
        </p:txBody>
      </p:sp>
    </p:spTree>
    <p:extLst>
      <p:ext uri="{BB962C8B-B14F-4D97-AF65-F5344CB8AC3E}">
        <p14:creationId xmlns:p14="http://schemas.microsoft.com/office/powerpoint/2010/main" val="596980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870561" y="1696146"/>
            <a:ext cx="7402324" cy="43088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2200" b="1" dirty="0" err="1"/>
              <a:t>Algoritmo</a:t>
            </a:r>
            <a:r>
              <a:rPr lang="en-US" sz="2200" b="1" dirty="0"/>
              <a:t> </a:t>
            </a:r>
            <a:r>
              <a:rPr lang="en-US" sz="2200" b="1" i="1" dirty="0"/>
              <a:t>Naive Bayes</a:t>
            </a:r>
            <a:endParaRPr lang="es-ES"/>
          </a:p>
        </p:txBody>
      </p:sp>
      <p:sp>
        <p:nvSpPr>
          <p:cNvPr id="2" name="Rectángulo 1"/>
          <p:cNvSpPr/>
          <p:nvPr/>
        </p:nvSpPr>
        <p:spPr>
          <a:xfrm>
            <a:off x="1989926" y="3749713"/>
            <a:ext cx="9047528" cy="9233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/>
              <a:t>Este es el valor que queremos calcular. Es la probabilidad de que la instancia x</a:t>
            </a:r>
            <a:r>
              <a:rPr lang="es-CO" baseline="-25000" dirty="0"/>
              <a:t>i</a:t>
            </a:r>
            <a:r>
              <a:rPr lang="es-CO" dirty="0"/>
              <a:t> pertenezca a la clase c. Se calcula para cada clase. Al final se calcule la clase para la que esta probabilidad es </a:t>
            </a:r>
            <a:r>
              <a:rPr lang="es-CO" b="1" i="1" dirty="0"/>
              <a:t>máxima</a:t>
            </a:r>
            <a:r>
              <a:rPr lang="es-CO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C986AEE-3781-44F8-815D-B2742424E175}"/>
              </a:ext>
            </a:extLst>
          </p:cNvPr>
          <p:cNvSpPr txBox="1"/>
          <p:nvPr/>
        </p:nvSpPr>
        <p:spPr>
          <a:xfrm>
            <a:off x="1076455" y="2353315"/>
            <a:ext cx="1044236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La representación de este modelo se hace en términos de probabilidades: Las probabilidades de cada clase y las probabilidades condicionales.</a:t>
            </a:r>
          </a:p>
          <a:p>
            <a:endParaRPr lang="es-ES" dirty="0"/>
          </a:p>
          <a:p>
            <a:r>
              <a:rPr lang="es-CO" i="1" dirty="0"/>
              <a:t>No hay que ajustar coeficientes en este modelo! </a:t>
            </a:r>
            <a:r>
              <a:rPr lang="es-CO" dirty="0"/>
              <a:t>El entrenamiento es </a:t>
            </a:r>
            <a:r>
              <a:rPr lang="es-CO" b="1" i="1" dirty="0"/>
              <a:t>rápido</a:t>
            </a:r>
            <a:r>
              <a:rPr lang="es-CO" dirty="0"/>
              <a:t>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34D1A1B-9ACF-4C18-9B9B-1316F7B3A9E1}"/>
              </a:ext>
            </a:extLst>
          </p:cNvPr>
          <p:cNvSpPr/>
          <p:nvPr/>
        </p:nvSpPr>
        <p:spPr>
          <a:xfrm>
            <a:off x="1076455" y="3722005"/>
            <a:ext cx="303014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/>
              <a:t>P(</a:t>
            </a:r>
            <a:r>
              <a:rPr lang="en-US" sz="2200" i="1" dirty="0" err="1"/>
              <a:t>C</a:t>
            </a:r>
            <a:r>
              <a:rPr lang="en-US" sz="2200" i="1" baseline="-25000" dirty="0" err="1"/>
              <a:t>k</a:t>
            </a:r>
            <a:r>
              <a:rPr lang="en-US" sz="2200" i="1" dirty="0" err="1"/>
              <a:t>│x</a:t>
            </a:r>
            <a:r>
              <a:rPr lang="en-US" sz="2200" i="1" baseline="-25000" dirty="0" err="1"/>
              <a:t>i</a:t>
            </a:r>
            <a:r>
              <a:rPr lang="en-US" sz="2200" i="1" dirty="0"/>
              <a:t>)</a:t>
            </a:r>
            <a:endParaRPr lang="es-CO" sz="2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C5E520BF-B352-4CAE-BEDD-0852852D4C1C}"/>
                  </a:ext>
                </a:extLst>
              </p:cNvPr>
              <p:cNvSpPr/>
              <p:nvPr/>
            </p:nvSpPr>
            <p:spPr>
              <a:xfrm>
                <a:off x="0" y="4718411"/>
                <a:ext cx="3030142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i="1" dirty="0"/>
                        <m:t>P</m:t>
                      </m:r>
                      <m:r>
                        <m:rPr>
                          <m:nor/>
                        </m:rPr>
                        <a:rPr lang="en-US" sz="2200" i="1" dirty="0"/>
                        <m:t>(</m:t>
                      </m:r>
                      <m:r>
                        <m:rPr>
                          <m:nor/>
                        </m:rPr>
                        <a:rPr lang="en-US" sz="2200" i="1" dirty="0"/>
                        <m:t>x</m:t>
                      </m:r>
                      <m:r>
                        <m:rPr>
                          <m:nor/>
                        </m:rPr>
                        <a:rPr lang="en-US" sz="2200" i="1" dirty="0"/>
                        <m:t>│</m:t>
                      </m:r>
                      <m:r>
                        <m:rPr>
                          <m:nor/>
                        </m:rPr>
                        <a:rPr lang="es-CO" sz="2200" b="0" i="1" dirty="0" smtClean="0"/>
                        <m:t>C</m:t>
                      </m:r>
                      <m:r>
                        <m:rPr>
                          <m:nor/>
                        </m:rPr>
                        <a:rPr lang="es-CO" sz="2200" b="0" i="1" baseline="-25000" dirty="0" smtClean="0"/>
                        <m:t>k</m:t>
                      </m:r>
                      <m:r>
                        <m:rPr>
                          <m:nor/>
                        </m:rPr>
                        <a:rPr lang="en-US" sz="2200" i="1" dirty="0"/>
                        <m:t>)</m:t>
                      </m:r>
                    </m:oMath>
                  </m:oMathPara>
                </a14:m>
                <a:endParaRPr lang="es-CO" sz="2200" i="1" dirty="0"/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5E520BF-B352-4CAE-BEDD-0852852D4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18411"/>
                <a:ext cx="3030142" cy="430887"/>
              </a:xfrm>
              <a:prstGeom prst="rect">
                <a:avLst/>
              </a:prstGeom>
              <a:blipFill rotWithShape="0">
                <a:blip r:embed="rId2"/>
                <a:stretch>
                  <a:fillRect b="-1690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 12"/>
          <p:cNvSpPr/>
          <p:nvPr/>
        </p:nvSpPr>
        <p:spPr>
          <a:xfrm>
            <a:off x="1989926" y="4770730"/>
            <a:ext cx="9047528" cy="3693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/>
              <a:t>Esta es la probabilidad de que los datos </a:t>
            </a:r>
            <a:r>
              <a:rPr lang="es-CO" i="1" dirty="0"/>
              <a:t>x</a:t>
            </a:r>
            <a:r>
              <a:rPr lang="es-CO" dirty="0"/>
              <a:t> aparezcan en la clase </a:t>
            </a:r>
            <a:r>
              <a:rPr lang="es-CO" i="1" dirty="0"/>
              <a:t>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B1A98586-9C96-43C5-8E88-5C65CD037BD1}"/>
                  </a:ext>
                </a:extLst>
              </p:cNvPr>
              <p:cNvSpPr/>
              <p:nvPr/>
            </p:nvSpPr>
            <p:spPr>
              <a:xfrm>
                <a:off x="0" y="5334850"/>
                <a:ext cx="3030142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i="1" dirty="0"/>
                        <m:t>P</m:t>
                      </m:r>
                      <m:r>
                        <m:rPr>
                          <m:nor/>
                        </m:rPr>
                        <a:rPr lang="en-US" sz="2200" i="1" dirty="0"/>
                        <m:t>(</m:t>
                      </m:r>
                      <m:r>
                        <m:rPr>
                          <m:nor/>
                        </m:rPr>
                        <a:rPr lang="es-CO" sz="2200" b="0" i="1" dirty="0" smtClean="0"/>
                        <m:t>C</m:t>
                      </m:r>
                      <m:r>
                        <m:rPr>
                          <m:nor/>
                        </m:rPr>
                        <a:rPr lang="es-CO" sz="2200" b="0" i="1" baseline="-25000" dirty="0" smtClean="0"/>
                        <m:t>k</m:t>
                      </m:r>
                      <m:r>
                        <m:rPr>
                          <m:nor/>
                        </m:rPr>
                        <a:rPr lang="en-US" sz="2200" i="1" dirty="0"/>
                        <m:t>)</m:t>
                      </m:r>
                    </m:oMath>
                  </m:oMathPara>
                </a14:m>
                <a:endParaRPr lang="es-CO" sz="2200" i="1" dirty="0"/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1A98586-9C96-43C5-8E88-5C65CD037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34850"/>
                <a:ext cx="3030142" cy="430887"/>
              </a:xfrm>
              <a:prstGeom prst="rect">
                <a:avLst/>
              </a:prstGeom>
              <a:blipFill rotWithShape="0">
                <a:blip r:embed="rId3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/>
          <p:cNvSpPr/>
          <p:nvPr/>
        </p:nvSpPr>
        <p:spPr>
          <a:xfrm>
            <a:off x="1989926" y="5366967"/>
            <a:ext cx="9047528" cy="3693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/>
              <a:t>Esta es la probabilidad de la clase c.</a:t>
            </a:r>
            <a:endParaRPr lang="es-CO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B1A98586-9C96-43C5-8E88-5C65CD037BD1}"/>
                  </a:ext>
                </a:extLst>
              </p:cNvPr>
              <p:cNvSpPr/>
              <p:nvPr/>
            </p:nvSpPr>
            <p:spPr>
              <a:xfrm>
                <a:off x="0" y="5958770"/>
                <a:ext cx="3030142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i="1" dirty="0"/>
                        <m:t>P</m:t>
                      </m:r>
                      <m:r>
                        <m:rPr>
                          <m:nor/>
                        </m:rPr>
                        <a:rPr lang="en-US" sz="2200" i="1" dirty="0"/>
                        <m:t>(</m:t>
                      </m:r>
                      <m:r>
                        <m:rPr>
                          <m:nor/>
                        </m:rPr>
                        <a:rPr lang="es-CO" sz="2200" b="0" i="1" dirty="0" smtClean="0"/>
                        <m:t>x</m:t>
                      </m:r>
                      <m:r>
                        <m:rPr>
                          <m:nor/>
                        </m:rPr>
                        <a:rPr lang="en-US" sz="2200" i="1" dirty="0"/>
                        <m:t>)</m:t>
                      </m:r>
                    </m:oMath>
                  </m:oMathPara>
                </a14:m>
                <a:endParaRPr lang="es-CO" sz="2200" i="1" dirty="0"/>
              </a:p>
            </p:txBody>
          </p:sp>
        </mc:Choice>
        <mc:Fallback xmlns="">
          <p:sp>
            <p:nvSpPr>
              <p:cNvPr id="16" name="Rectángulo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1A98586-9C96-43C5-8E88-5C65CD037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58770"/>
                <a:ext cx="3030142" cy="430887"/>
              </a:xfrm>
              <a:prstGeom prst="rect">
                <a:avLst/>
              </a:prstGeom>
              <a:blipFill rotWithShape="0">
                <a:blip r:embed="rId4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ángulo 16"/>
          <p:cNvSpPr/>
          <p:nvPr/>
        </p:nvSpPr>
        <p:spPr>
          <a:xfrm>
            <a:off x="1989926" y="5990887"/>
            <a:ext cx="9047528" cy="3693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/>
              <a:t>Esta es la probabilidad de los datos </a:t>
            </a:r>
            <a:r>
              <a:rPr lang="es-CO" i="1" dirty="0"/>
              <a:t>x</a:t>
            </a:r>
            <a:r>
              <a:rPr lang="es-CO" dirty="0"/>
              <a:t>, no depende de la clase, se puede eliminar.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2462873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883" y="3206870"/>
            <a:ext cx="8320796" cy="3031657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2997568" y="6343430"/>
            <a:ext cx="8113776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https://www.analyticsvidhya.com/blog/2017/09/naive-bayes-explained/</a:t>
            </a:r>
          </a:p>
        </p:txBody>
      </p:sp>
      <p:sp>
        <p:nvSpPr>
          <p:cNvPr id="5" name="Rectángulo 4"/>
          <p:cNvSpPr/>
          <p:nvPr/>
        </p:nvSpPr>
        <p:spPr>
          <a:xfrm>
            <a:off x="1196741" y="2732636"/>
            <a:ext cx="9914603" cy="3693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b="1" i="1" dirty="0"/>
              <a:t>Problema: </a:t>
            </a:r>
            <a:r>
              <a:rPr lang="es-CO" dirty="0"/>
              <a:t>Los jugadores entrenaran si el día está soleado. Esta hipótesis es correcta?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2CA33F-47DE-4BF5-86DD-57E86D74E446}"/>
              </a:ext>
            </a:extLst>
          </p:cNvPr>
          <p:cNvSpPr/>
          <p:nvPr/>
        </p:nvSpPr>
        <p:spPr>
          <a:xfrm>
            <a:off x="603364" y="1953444"/>
            <a:ext cx="7402324" cy="43088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sz="2200" b="1" dirty="0"/>
              <a:t>Algoritmo </a:t>
            </a:r>
            <a:r>
              <a:rPr lang="es-CO" sz="2200" b="1" i="1" dirty="0" err="1"/>
              <a:t>Naive</a:t>
            </a:r>
            <a:r>
              <a:rPr lang="es-CO" sz="2200" b="1" i="1" dirty="0"/>
              <a:t> Bayes (Ejemplo)</a:t>
            </a:r>
            <a:endParaRPr lang="es-CO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4191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196741" y="2732636"/>
            <a:ext cx="9914603" cy="258532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b="1" i="1" dirty="0"/>
              <a:t>Problema: </a:t>
            </a:r>
            <a:r>
              <a:rPr lang="es-CO" dirty="0"/>
              <a:t>Los jugadores entrenaran si el día está soleado. Esta hipótesis es correcta?</a:t>
            </a:r>
          </a:p>
          <a:p>
            <a:endParaRPr lang="es-CO" dirty="0"/>
          </a:p>
          <a:p>
            <a:r>
              <a:rPr lang="es-CO" dirty="0"/>
              <a:t>Este problema lo podemos resolver con el método que acabamos de discutir.</a:t>
            </a:r>
          </a:p>
          <a:p>
            <a:endParaRPr lang="es-CO" dirty="0"/>
          </a:p>
          <a:p>
            <a:r>
              <a:rPr lang="es-CO" dirty="0"/>
              <a:t>P(Si| Soleado) = P( Soleado | Si) * P(Si) / P (Soleado)</a:t>
            </a:r>
          </a:p>
          <a:p>
            <a:endParaRPr lang="es-CO" dirty="0"/>
          </a:p>
          <a:p>
            <a:r>
              <a:rPr lang="es-CO" dirty="0"/>
              <a:t>Aquí tenemos P( Soleado | Si) = 3/9 = 0.33, P(Soleado) = 5/14 = 0.36, P(Si)= 9/14 = 0.64</a:t>
            </a:r>
          </a:p>
          <a:p>
            <a:endParaRPr lang="en-US" dirty="0"/>
          </a:p>
          <a:p>
            <a:r>
              <a:rPr lang="es-CO" dirty="0"/>
              <a:t>Ahora, P (Si | Soleado) = 0.33 * 0.64 / 0.36 = 0.60, la cual tiene una probabilidad más alta.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975104" y="6204150"/>
            <a:ext cx="8113776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https://www.analyticsvidhya.com/blog/2017/09/naive-bayes-explained/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82CA33F-47DE-4BF5-86DD-57E86D74E446}"/>
              </a:ext>
            </a:extLst>
          </p:cNvPr>
          <p:cNvSpPr/>
          <p:nvPr/>
        </p:nvSpPr>
        <p:spPr>
          <a:xfrm>
            <a:off x="603364" y="1953444"/>
            <a:ext cx="7402324" cy="43088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sz="2200" b="1" dirty="0"/>
              <a:t>Algoritmo </a:t>
            </a:r>
            <a:r>
              <a:rPr lang="es-CO" sz="2200" b="1" i="1" dirty="0" err="1"/>
              <a:t>Naive</a:t>
            </a:r>
            <a:r>
              <a:rPr lang="es-CO" sz="2200" b="1" i="1" dirty="0"/>
              <a:t> Bayes (Ejemplo)</a:t>
            </a:r>
            <a:endParaRPr lang="es-CO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6417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82CA33F-47DE-4BF5-86DD-57E86D74E446}"/>
              </a:ext>
            </a:extLst>
          </p:cNvPr>
          <p:cNvSpPr/>
          <p:nvPr/>
        </p:nvSpPr>
        <p:spPr>
          <a:xfrm>
            <a:off x="603364" y="1953444"/>
            <a:ext cx="7402324" cy="43088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sz="2200" b="1" dirty="0"/>
              <a:t>Algoritmo </a:t>
            </a:r>
            <a:r>
              <a:rPr lang="es-CO" sz="2200" b="1" i="1" dirty="0" err="1"/>
              <a:t>Naive</a:t>
            </a:r>
            <a:r>
              <a:rPr lang="es-CO" sz="2200" b="1" i="1" dirty="0"/>
              <a:t> </a:t>
            </a:r>
            <a:r>
              <a:rPr lang="es-CO" sz="2200" b="1" i="1" dirty="0" err="1"/>
              <a:t>Bayes</a:t>
            </a:r>
            <a:r>
              <a:rPr lang="es-CO" sz="2200" b="1" i="1" dirty="0"/>
              <a:t> Gaussiano</a:t>
            </a:r>
            <a:endParaRPr lang="es-CO" dirty="0"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986AEE-3781-44F8-815D-B2742424E175}"/>
              </a:ext>
            </a:extLst>
          </p:cNvPr>
          <p:cNvSpPr txBox="1"/>
          <p:nvPr/>
        </p:nvSpPr>
        <p:spPr>
          <a:xfrm>
            <a:off x="965619" y="2652393"/>
            <a:ext cx="1000718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/>
              <a:t>El teorema de </a:t>
            </a:r>
            <a:r>
              <a:rPr lang="es-CO" i="1" dirty="0" err="1"/>
              <a:t>Bayes</a:t>
            </a:r>
            <a:r>
              <a:rPr lang="es-CO" i="1" dirty="0"/>
              <a:t> ingenuo </a:t>
            </a:r>
            <a:r>
              <a:rPr lang="es-CO" dirty="0"/>
              <a:t>puede extenderse a los parámetros reales, más comúnmente asumiendo una distribución gaussiana asociada a los datos de cada clase.</a:t>
            </a:r>
          </a:p>
          <a:p>
            <a:endParaRPr lang="es-ES" dirty="0"/>
          </a:p>
          <a:p>
            <a:r>
              <a:rPr lang="es-CO" dirty="0"/>
              <a:t>Al trabajar con la distribución Gaussiana (o Normal) solo necesita estimar la media y la desviación estándar de cada una de las clases en los datos de entrenamiento.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3069528" y="4782254"/>
                <a:ext cx="1702838" cy="671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sz="2600" b="0" dirty="0"/>
                  <a:t>μ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CO" sz="2600" b="0" i="0" baseline="-2500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s-CO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s-CO" sz="2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s-CO" sz="2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O" sz="2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CO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s-CO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600" i="1">
                                <a:latin typeface="Cambria Math" panose="02040503050406030204" pitchFamily="18" charset="0"/>
                              </a:rPr>
                              <m:t>𝑥𝑗</m:t>
                            </m:r>
                            <m:r>
                              <a:rPr lang="es-CO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s-CO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CO" sz="2600" dirty="0"/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28" y="4782254"/>
                <a:ext cx="1702838" cy="671594"/>
              </a:xfrm>
              <a:prstGeom prst="rect">
                <a:avLst/>
              </a:prstGeom>
              <a:blipFill rotWithShape="0">
                <a:blip r:embed="rId2"/>
                <a:stretch>
                  <a:fillRect l="-11828" b="-1711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/>
              <p:cNvSpPr txBox="1"/>
              <p:nvPr/>
            </p:nvSpPr>
            <p:spPr>
              <a:xfrm>
                <a:off x="5662060" y="4563669"/>
                <a:ext cx="2650662" cy="10055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200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s-CO" sz="2200" b="0" i="1" baseline="-2500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CO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CO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s-CO" sz="2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O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CO" sz="2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s-CO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s-CO" sz="2200" b="0" i="1" baseline="-2500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s-CO" sz="2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2200" b="0" i="1" smtClean="0">
                                          <a:latin typeface="Cambria Math" panose="02040503050406030204" pitchFamily="18" charset="0"/>
                                        </a:rPr>
                                        <m:t>μ</m:t>
                                      </m:r>
                                      <m:r>
                                        <a:rPr lang="es-CO" sz="2200" b="0" i="1" baseline="-2500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s-CO" sz="2200" b="0" i="1" baseline="3000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nary>
                            </m:e>
                          </m:rad>
                        </m:num>
                        <m:den>
                          <m:r>
                            <a:rPr lang="es-CO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O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s-CO" sz="2200" dirty="0"/>
              </a:p>
            </p:txBody>
          </p:sp>
        </mc:Choice>
        <mc:Fallback xmlns="">
          <p:sp>
            <p:nvSpPr>
              <p:cNvPr id="11" name="CuadroTex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060" y="4563669"/>
                <a:ext cx="2650662" cy="10055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987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82CA33F-47DE-4BF5-86DD-57E86D74E446}"/>
              </a:ext>
            </a:extLst>
          </p:cNvPr>
          <p:cNvSpPr/>
          <p:nvPr/>
        </p:nvSpPr>
        <p:spPr>
          <a:xfrm>
            <a:off x="603364" y="1953444"/>
            <a:ext cx="7402324" cy="43088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sz="2200" b="1" dirty="0"/>
              <a:t>Algoritmo </a:t>
            </a:r>
            <a:r>
              <a:rPr lang="es-CO" sz="2200" b="1" i="1" dirty="0" err="1"/>
              <a:t>Naive</a:t>
            </a:r>
            <a:r>
              <a:rPr lang="es-CO" sz="2200" b="1" i="1" dirty="0"/>
              <a:t> </a:t>
            </a:r>
            <a:r>
              <a:rPr lang="es-CO" sz="2200" b="1" i="1" dirty="0" err="1"/>
              <a:t>Bayes</a:t>
            </a:r>
            <a:r>
              <a:rPr lang="es-CO" sz="2200" b="1" i="1" dirty="0"/>
              <a:t> Gaussiano</a:t>
            </a:r>
            <a:endParaRPr lang="es-CO" dirty="0"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986AEE-3781-44F8-815D-B2742424E175}"/>
              </a:ext>
            </a:extLst>
          </p:cNvPr>
          <p:cNvSpPr txBox="1"/>
          <p:nvPr/>
        </p:nvSpPr>
        <p:spPr>
          <a:xfrm>
            <a:off x="965619" y="2652393"/>
            <a:ext cx="100071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/>
              <a:t>Para predecir con este modelo, empleamos la función de densidad de probabilidad (PDF) Gaussiana.</a:t>
            </a:r>
            <a:endParaRPr lang="es-ES" dirty="0"/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96558"/>
              </p:ext>
            </p:extLst>
          </p:nvPr>
        </p:nvGraphicFramePr>
        <p:xfrm>
          <a:off x="5384800" y="3251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84800" y="32512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6851" y="3251200"/>
            <a:ext cx="5295319" cy="14448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3179212" y="5420948"/>
                <a:ext cx="3030142" cy="6991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i="1" dirty="0"/>
                  <a:t>P(</a:t>
                </a:r>
                <a:r>
                  <a:rPr lang="en-US" sz="2200" i="1" dirty="0" err="1"/>
                  <a:t>C</a:t>
                </a:r>
                <a:r>
                  <a:rPr lang="en-US" sz="2200" i="1" baseline="-25000" dirty="0" err="1"/>
                  <a:t>k</a:t>
                </a:r>
                <a:r>
                  <a:rPr lang="en-US" sz="2200" i="1" dirty="0" err="1"/>
                  <a:t>│x</a:t>
                </a:r>
                <a:r>
                  <a:rPr lang="en-US" sz="2200" i="1" baseline="-25000" dirty="0" err="1"/>
                  <a:t>i</a:t>
                </a:r>
                <a:r>
                  <a:rPr lang="en-US" sz="2200" i="1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i="1" dirty="0"/>
                          <m:t>P</m:t>
                        </m:r>
                        <m:r>
                          <m:rPr>
                            <m:nor/>
                          </m:rPr>
                          <a:rPr lang="en-US" sz="2200" i="1" dirty="0"/>
                          <m:t>(</m:t>
                        </m:r>
                        <m:r>
                          <m:rPr>
                            <m:nor/>
                          </m:rPr>
                          <a:rPr lang="en-US" sz="2200" i="1" dirty="0"/>
                          <m:t>x</m:t>
                        </m:r>
                        <m:r>
                          <m:rPr>
                            <m:nor/>
                          </m:rPr>
                          <a:rPr lang="en-US" sz="2200" i="1" dirty="0"/>
                          <m:t>│</m:t>
                        </m:r>
                        <m:r>
                          <m:rPr>
                            <m:nor/>
                          </m:rPr>
                          <a:rPr lang="es-CO" sz="2200" b="0" i="1" dirty="0" smtClean="0"/>
                          <m:t>C</m:t>
                        </m:r>
                        <m:r>
                          <m:rPr>
                            <m:nor/>
                          </m:rPr>
                          <a:rPr lang="es-CO" sz="2200" b="0" i="1" baseline="-25000" dirty="0" smtClean="0"/>
                          <m:t>k</m:t>
                        </m:r>
                        <m:r>
                          <m:rPr>
                            <m:nor/>
                          </m:rPr>
                          <a:rPr lang="en-US" sz="2200" i="1" dirty="0"/>
                          <m:t>)</m:t>
                        </m:r>
                        <m:r>
                          <m:rPr>
                            <m:nor/>
                          </m:rPr>
                          <a:rPr lang="en-US" sz="2200" i="1" dirty="0"/>
                          <m:t>P</m:t>
                        </m:r>
                        <m:r>
                          <m:rPr>
                            <m:nor/>
                          </m:rPr>
                          <a:rPr lang="en-US" sz="2200" i="1" dirty="0"/>
                          <m:t>(</m:t>
                        </m:r>
                        <m:r>
                          <m:rPr>
                            <m:nor/>
                          </m:rPr>
                          <a:rPr lang="es-CO" sz="2200" b="0" i="1" dirty="0" smtClean="0"/>
                          <m:t>C</m:t>
                        </m:r>
                        <m:r>
                          <m:rPr>
                            <m:nor/>
                          </m:rPr>
                          <a:rPr lang="es-CO" sz="2200" b="0" i="1" baseline="-25000" dirty="0" smtClean="0"/>
                          <m:t>k</m:t>
                        </m:r>
                        <m:r>
                          <m:rPr>
                            <m:nor/>
                          </m:rPr>
                          <a:rPr lang="en-US" sz="2200" i="1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i="1" dirty="0"/>
                          <m:t>P</m:t>
                        </m:r>
                        <m:r>
                          <m:rPr>
                            <m:nor/>
                          </m:rPr>
                          <a:rPr lang="en-US" sz="2200" i="1" dirty="0"/>
                          <m:t>(</m:t>
                        </m:r>
                        <m:r>
                          <m:rPr>
                            <m:nor/>
                          </m:rPr>
                          <a:rPr lang="en-US" sz="2200" i="1" dirty="0"/>
                          <m:t>x</m:t>
                        </m:r>
                        <m:r>
                          <m:rPr>
                            <m:nor/>
                          </m:rPr>
                          <a:rPr lang="en-US" sz="2200" i="1" dirty="0"/>
                          <m:t>)</m:t>
                        </m:r>
                        <m:r>
                          <m:rPr>
                            <m:nor/>
                          </m:rPr>
                          <a:rPr lang="es-CO" sz="2200" i="1" dirty="0"/>
                          <m:t> </m:t>
                        </m:r>
                      </m:den>
                    </m:f>
                  </m:oMath>
                </a14:m>
                <a:endParaRPr lang="es-CO" sz="2200" i="1" dirty="0"/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212" y="5420948"/>
                <a:ext cx="3030142" cy="699102"/>
              </a:xfrm>
              <a:prstGeom prst="rect">
                <a:avLst/>
              </a:prstGeom>
              <a:blipFill rotWithShape="0">
                <a:blip r:embed="rId6"/>
                <a:stretch>
                  <a:fillRect l="-2616" b="-87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FC986AEE-3781-44F8-815D-B2742424E175}"/>
              </a:ext>
            </a:extLst>
          </p:cNvPr>
          <p:cNvSpPr txBox="1"/>
          <p:nvPr/>
        </p:nvSpPr>
        <p:spPr>
          <a:xfrm>
            <a:off x="965619" y="4800011"/>
            <a:ext cx="100071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dirty="0"/>
              <a:t>Y finalmente podemos aplicar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8293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Correlación cruzada</a:t>
            </a:r>
          </a:p>
        </p:txBody>
      </p:sp>
      <p:sp>
        <p:nvSpPr>
          <p:cNvPr id="8" name="Rectángulo 19">
            <a:extLst>
              <a:ext uri="{FF2B5EF4-FFF2-40B4-BE49-F238E27FC236}">
                <a16:creationId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524441" y="2436992"/>
            <a:ext cx="962345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La validación cruzada es un método estadístico utilizado para estimar la </a:t>
            </a:r>
            <a:r>
              <a:rPr lang="es-CO" b="1" i="1" dirty="0"/>
              <a:t>habilidad</a:t>
            </a:r>
            <a:r>
              <a:rPr lang="es-CO" dirty="0"/>
              <a:t> de los modelos de </a:t>
            </a:r>
            <a:r>
              <a:rPr lang="es-CO" i="1" dirty="0"/>
              <a:t>machine </a:t>
            </a:r>
            <a:r>
              <a:rPr lang="es-CO" i="1" dirty="0" err="1"/>
              <a:t>learning</a:t>
            </a:r>
            <a:r>
              <a:rPr lang="es-CO" dirty="0"/>
              <a:t>.</a:t>
            </a:r>
          </a:p>
          <a:p>
            <a:endParaRPr lang="es-CO" dirty="0"/>
          </a:p>
          <a:p>
            <a:r>
              <a:rPr lang="es-CO" dirty="0"/>
              <a:t>En particular vamos a estudiar </a:t>
            </a:r>
            <a:r>
              <a:rPr lang="es-CO" b="1" i="1" dirty="0"/>
              <a:t>k-</a:t>
            </a:r>
            <a:r>
              <a:rPr lang="es-CO" b="1" i="1" dirty="0" err="1"/>
              <a:t>Fold</a:t>
            </a:r>
            <a:r>
              <a:rPr lang="es-CO" b="1" i="1" dirty="0"/>
              <a:t> Cross-</a:t>
            </a:r>
            <a:r>
              <a:rPr lang="es-CO" b="1" i="1" dirty="0" err="1"/>
              <a:t>Validation</a:t>
            </a:r>
            <a:r>
              <a:rPr lang="es-CO" b="1" i="1" dirty="0"/>
              <a:t>.</a:t>
            </a:r>
          </a:p>
          <a:p>
            <a:endParaRPr lang="es-CO" b="1" i="1" dirty="0"/>
          </a:p>
          <a:p>
            <a:r>
              <a:rPr lang="es-CO" dirty="0"/>
              <a:t>Esta técnica es particularmente útil empleando </a:t>
            </a:r>
            <a:r>
              <a:rPr lang="es-CO" b="1" i="1" dirty="0"/>
              <a:t>muestra pequeñas</a:t>
            </a:r>
            <a:r>
              <a:rPr lang="es-CO" dirty="0"/>
              <a:t>.</a:t>
            </a:r>
          </a:p>
          <a:p>
            <a:endParaRPr lang="es-CO" b="1" i="1" dirty="0"/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06398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Correlación cruzada</a:t>
            </a:r>
          </a:p>
        </p:txBody>
      </p:sp>
      <p:sp>
        <p:nvSpPr>
          <p:cNvPr id="8" name="Rectángulo 19">
            <a:extLst>
              <a:ext uri="{FF2B5EF4-FFF2-40B4-BE49-F238E27FC236}">
                <a16:creationId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524441" y="2365273"/>
            <a:ext cx="962345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Procedimiento general:</a:t>
            </a:r>
          </a:p>
          <a:p>
            <a:endParaRPr lang="es-CO" dirty="0"/>
          </a:p>
          <a:p>
            <a:pPr marL="342900" indent="-342900">
              <a:buAutoNum type="arabicPeriod"/>
            </a:pPr>
            <a:r>
              <a:rPr lang="es-CO" dirty="0"/>
              <a:t>Mezclar el conjunto de datos al azar.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dirty="0"/>
              <a:t>Dividir el conjunto de datos en </a:t>
            </a:r>
            <a:r>
              <a:rPr lang="es-CO" b="1" i="1" dirty="0"/>
              <a:t>k</a:t>
            </a:r>
            <a:r>
              <a:rPr lang="es-CO" dirty="0"/>
              <a:t> grupos. </a:t>
            </a:r>
          </a:p>
          <a:p>
            <a:pPr marL="342900" indent="-342900">
              <a:buAutoNum type="arabicPeriod"/>
            </a:pPr>
            <a:endParaRPr lang="es-CO" dirty="0"/>
          </a:p>
          <a:p>
            <a:pPr marL="342900" indent="-342900">
              <a:buAutoNum type="arabicPeriod"/>
            </a:pPr>
            <a:r>
              <a:rPr lang="es-CO" dirty="0"/>
              <a:t>Para cada grupo único:</a:t>
            </a:r>
          </a:p>
          <a:p>
            <a:pPr marL="800100" lvl="1" indent="-342900">
              <a:buAutoNum type="arabicPeriod"/>
            </a:pPr>
            <a:r>
              <a:rPr lang="es-CO" dirty="0"/>
              <a:t>Tomar el grupo como un conjunto de datos de espera o prueba.</a:t>
            </a:r>
          </a:p>
          <a:p>
            <a:pPr marL="800100" lvl="1" indent="-342900">
              <a:buAutoNum type="arabicPeriod"/>
            </a:pPr>
            <a:r>
              <a:rPr lang="es-CO" dirty="0"/>
              <a:t>Tomar los grupos restantes como un conjunto de datos de entrenamiento.</a:t>
            </a:r>
          </a:p>
          <a:p>
            <a:pPr marL="800100" lvl="1" indent="-342900">
              <a:buAutoNum type="arabicPeriod"/>
            </a:pPr>
            <a:r>
              <a:rPr lang="es-CO" dirty="0"/>
              <a:t>Ajustar un modelo con el conjunto de entrenamiento y evalúelo en el conjunto de prueba.</a:t>
            </a:r>
          </a:p>
          <a:p>
            <a:pPr marL="800100" lvl="1" indent="-342900">
              <a:buAutoNum type="arabicPeriod"/>
            </a:pPr>
            <a:r>
              <a:rPr lang="es-CO" dirty="0"/>
              <a:t>Conservar el puntaje de evaluación y descartar el modelo.</a:t>
            </a:r>
          </a:p>
          <a:p>
            <a:pPr marL="0" lvl="1"/>
            <a:endParaRPr lang="es-CO" dirty="0"/>
          </a:p>
          <a:p>
            <a:pPr marL="0" lvl="1"/>
            <a:r>
              <a:rPr lang="es-CO" dirty="0"/>
              <a:t>4. Finalmente, se resume la habilidad del modelo utilizando la muestra de puntajes de evaluación del modelo.</a:t>
            </a:r>
            <a:endParaRPr lang="es-CO" b="1" i="1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5440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19">
            <a:extLst>
              <a:ext uri="{FF2B5EF4-FFF2-40B4-BE49-F238E27FC236}">
                <a16:creationId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130413" y="1647516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Correlación cruzada</a:t>
            </a:r>
          </a:p>
        </p:txBody>
      </p:sp>
      <p:sp>
        <p:nvSpPr>
          <p:cNvPr id="8" name="Rectángulo 19">
            <a:extLst>
              <a:ext uri="{FF2B5EF4-FFF2-40B4-BE49-F238E27FC236}">
                <a16:creationId xmlns:a16="http://schemas.microsoft.com/office/drawing/2014/main" id="{89B56997-AF31-4AB6-BFFC-0F17598AF3B0}"/>
              </a:ext>
            </a:extLst>
          </p:cNvPr>
          <p:cNvSpPr/>
          <p:nvPr/>
        </p:nvSpPr>
        <p:spPr>
          <a:xfrm>
            <a:off x="1524441" y="2365273"/>
            <a:ext cx="96234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i="1" dirty="0"/>
              <a:t>Consideraciones</a:t>
            </a:r>
            <a:r>
              <a:rPr lang="es-CO" dirty="0"/>
              <a:t>:</a:t>
            </a:r>
          </a:p>
          <a:p>
            <a:endParaRPr lang="es-CO" dirty="0"/>
          </a:p>
          <a:p>
            <a:r>
              <a:rPr lang="es-CO" dirty="0"/>
              <a:t>El valor de </a:t>
            </a:r>
            <a:r>
              <a:rPr lang="es-CO" b="1" i="1" dirty="0"/>
              <a:t>k</a:t>
            </a:r>
            <a:r>
              <a:rPr lang="es-CO" dirty="0"/>
              <a:t> debe ser seleccionado cuidadosamente. </a:t>
            </a:r>
          </a:p>
          <a:p>
            <a:endParaRPr lang="es-CO" dirty="0"/>
          </a:p>
          <a:p>
            <a:r>
              <a:rPr lang="es-CO" dirty="0"/>
              <a:t>Existen tres tácticas comunes para elegir el valor de </a:t>
            </a:r>
            <a:r>
              <a:rPr lang="es-CO" b="1" i="1" dirty="0"/>
              <a:t>k</a:t>
            </a:r>
            <a:r>
              <a:rPr lang="es-CO" dirty="0"/>
              <a:t>:</a:t>
            </a:r>
          </a:p>
          <a:p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El valor para </a:t>
            </a:r>
            <a:r>
              <a:rPr lang="es-CO" b="1" i="1" dirty="0"/>
              <a:t>k</a:t>
            </a:r>
            <a:r>
              <a:rPr lang="es-CO" dirty="0"/>
              <a:t> se elige de modo que cada grupo de testeo sea lo suficientemente grande como para ser estadísticamente representativo del conjunto de datos completo.</a:t>
            </a:r>
          </a:p>
          <a:p>
            <a:pPr marL="285750" indent="-285750">
              <a:buFontTx/>
              <a:buChar char="-"/>
            </a:pPr>
            <a:r>
              <a:rPr lang="es-CO" dirty="0"/>
              <a:t>El valor para </a:t>
            </a:r>
            <a:r>
              <a:rPr lang="es-CO" b="1" i="1" dirty="0"/>
              <a:t>k</a:t>
            </a:r>
            <a:r>
              <a:rPr lang="es-CO" dirty="0"/>
              <a:t> se fija en 10, un valor que, a partir de la experimentación, ha demostrado otorgar a en una </a:t>
            </a:r>
            <a:r>
              <a:rPr lang="es-CO" b="1" i="1" dirty="0"/>
              <a:t>buena estimación de la habilidad </a:t>
            </a:r>
            <a:r>
              <a:rPr lang="es-CO" dirty="0"/>
              <a:t>modelo.</a:t>
            </a:r>
          </a:p>
          <a:p>
            <a:pPr marL="285750" indent="-285750">
              <a:buFontTx/>
              <a:buChar char="-"/>
            </a:pPr>
            <a:r>
              <a:rPr lang="es-CO" dirty="0"/>
              <a:t>El valor para </a:t>
            </a:r>
            <a:r>
              <a:rPr lang="es-CO" b="1" i="1" dirty="0"/>
              <a:t>k</a:t>
            </a:r>
            <a:r>
              <a:rPr lang="es-CO" dirty="0"/>
              <a:t> se fija en </a:t>
            </a:r>
            <a:r>
              <a:rPr lang="es-CO" b="1" i="1" dirty="0"/>
              <a:t>n</a:t>
            </a:r>
            <a:r>
              <a:rPr lang="es-CO" dirty="0"/>
              <a:t>, donde </a:t>
            </a:r>
            <a:r>
              <a:rPr lang="es-CO" b="1" i="1" dirty="0"/>
              <a:t>n</a:t>
            </a:r>
            <a:r>
              <a:rPr lang="es-CO" dirty="0"/>
              <a:t> es el tamaño del conjunto de datos.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09578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99867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Regresión logística</a:t>
            </a:r>
          </a:p>
          <a:p>
            <a:endParaRPr lang="es-CO" sz="2200" dirty="0"/>
          </a:p>
        </p:txBody>
      </p:sp>
      <p:sp>
        <p:nvSpPr>
          <p:cNvPr id="4" name="Rectángulo 3"/>
          <p:cNvSpPr/>
          <p:nvPr/>
        </p:nvSpPr>
        <p:spPr>
          <a:xfrm>
            <a:off x="6698350" y="2505670"/>
            <a:ext cx="37176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corazón del método es la función sigmoide (función </a:t>
            </a:r>
            <a:r>
              <a:rPr lang="es-CO" b="1" i="1" dirty="0"/>
              <a:t>logística</a:t>
            </a:r>
            <a:r>
              <a:rPr lang="es-CO" dirty="0"/>
              <a:t>).</a:t>
            </a:r>
          </a:p>
          <a:p>
            <a:endParaRPr lang="es-CO" dirty="0"/>
          </a:p>
        </p:txBody>
      </p:sp>
      <p:pic>
        <p:nvPicPr>
          <p:cNvPr id="1026" name="Picture 2" descr="Resultado de imagen para sigmoid function">
            <a:extLst>
              <a:ext uri="{FF2B5EF4-FFF2-40B4-BE49-F238E27FC236}">
                <a16:creationId xmlns:a16="http://schemas.microsoft.com/office/drawing/2014/main" id="{0CC900E9-853F-497F-91B4-3BD1440D9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47" y="2534467"/>
            <a:ext cx="3715654" cy="229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76F3E5-00DF-45D8-BA5E-4A95183247C3}"/>
                  </a:ext>
                </a:extLst>
              </p:cNvPr>
              <p:cNvSpPr txBox="1"/>
              <p:nvPr/>
            </p:nvSpPr>
            <p:spPr>
              <a:xfrm>
                <a:off x="7690910" y="3335760"/>
                <a:ext cx="116660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200" dirty="0"/>
                  <a:t>1/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200" dirty="0"/>
                          <m:t>(1+</m:t>
                        </m:r>
                        <m:r>
                          <m:rPr>
                            <m:nor/>
                          </m:rPr>
                          <a:rPr lang="en-US" sz="2200" b="0" i="0" dirty="0" smtClean="0"/>
                          <m:t>e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76F3E5-00DF-45D8-BA5E-4A9518324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910" y="3335760"/>
                <a:ext cx="1166601" cy="338554"/>
              </a:xfrm>
              <a:prstGeom prst="rect">
                <a:avLst/>
              </a:prstGeom>
              <a:blipFill>
                <a:blip r:embed="rId3"/>
                <a:stretch>
                  <a:fillRect l="-14660" t="-25000" r="-10995" b="-48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3">
            <a:extLst>
              <a:ext uri="{FF2B5EF4-FFF2-40B4-BE49-F238E27FC236}">
                <a16:creationId xmlns:a16="http://schemas.microsoft.com/office/drawing/2014/main" id="{74BB4F02-25CD-402C-B0A8-4CFF42A5665F}"/>
              </a:ext>
            </a:extLst>
          </p:cNvPr>
          <p:cNvSpPr/>
          <p:nvPr/>
        </p:nvSpPr>
        <p:spPr>
          <a:xfrm>
            <a:off x="6698349" y="3869331"/>
            <a:ext cx="37176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Ejemplo típico:</a:t>
            </a:r>
          </a:p>
          <a:p>
            <a:endParaRPr lang="es-C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FD3845-A57D-402E-8930-5BE5B6FAAB4D}"/>
              </a:ext>
            </a:extLst>
          </p:cNvPr>
          <p:cNvSpPr txBox="1"/>
          <p:nvPr/>
        </p:nvSpPr>
        <p:spPr>
          <a:xfrm>
            <a:off x="7317686" y="4422223"/>
            <a:ext cx="3193182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y = e</a:t>
            </a:r>
            <a:r>
              <a:rPr lang="en-US" sz="2200" baseline="30000" dirty="0"/>
              <a:t>(b0 + b1*x) </a:t>
            </a:r>
            <a:r>
              <a:rPr lang="en-US" sz="2200" dirty="0"/>
              <a:t>/ (1 + e</a:t>
            </a:r>
            <a:r>
              <a:rPr lang="en-US" sz="2200" baseline="30000" dirty="0"/>
              <a:t>(b0 + b1*x)</a:t>
            </a:r>
            <a:r>
              <a:rPr lang="en-US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6174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Regresión logística para predecir probabilidades</a:t>
            </a:r>
          </a:p>
          <a:p>
            <a:endParaRPr lang="es-CO" sz="2200" dirty="0"/>
          </a:p>
        </p:txBody>
      </p:sp>
      <p:sp>
        <p:nvSpPr>
          <p:cNvPr id="4" name="Rectángulo 3"/>
          <p:cNvSpPr/>
          <p:nvPr/>
        </p:nvSpPr>
        <p:spPr>
          <a:xfrm>
            <a:off x="1456420" y="2634273"/>
            <a:ext cx="89595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La regresión logística mide la probabilidad de la clase por defecto. </a:t>
            </a:r>
          </a:p>
          <a:p>
            <a:endParaRPr lang="es-CO" dirty="0"/>
          </a:p>
          <a:p>
            <a:r>
              <a:rPr lang="es-CO" b="1" i="1" dirty="0"/>
              <a:t>Ejemplo: </a:t>
            </a:r>
            <a:r>
              <a:rPr lang="es-CO" dirty="0"/>
              <a:t>El sexo de una persona a partir de su estatura. </a:t>
            </a:r>
          </a:p>
          <a:p>
            <a:endParaRPr lang="es-C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6F3E5-00DF-45D8-BA5E-4A95183247C3}"/>
              </a:ext>
            </a:extLst>
          </p:cNvPr>
          <p:cNvSpPr txBox="1"/>
          <p:nvPr/>
        </p:nvSpPr>
        <p:spPr>
          <a:xfrm>
            <a:off x="3150271" y="3763160"/>
            <a:ext cx="262142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sexo</a:t>
            </a:r>
            <a:r>
              <a:rPr lang="en-US" dirty="0"/>
              <a:t>=</a:t>
            </a:r>
            <a:r>
              <a:rPr lang="en-US" dirty="0" err="1"/>
              <a:t>masculino|estatura</a:t>
            </a:r>
            <a:r>
              <a:rPr lang="en-US" dirty="0"/>
              <a:t>)</a:t>
            </a:r>
          </a:p>
        </p:txBody>
      </p:sp>
      <p:sp>
        <p:nvSpPr>
          <p:cNvPr id="7" name="Rectángulo 3">
            <a:extLst>
              <a:ext uri="{FF2B5EF4-FFF2-40B4-BE49-F238E27FC236}">
                <a16:creationId xmlns:a16="http://schemas.microsoft.com/office/drawing/2014/main" id="{74BB4F02-25CD-402C-B0A8-4CFF42A5665F}"/>
              </a:ext>
            </a:extLst>
          </p:cNvPr>
          <p:cNvSpPr/>
          <p:nvPr/>
        </p:nvSpPr>
        <p:spPr>
          <a:xfrm>
            <a:off x="1504128" y="4327952"/>
            <a:ext cx="37176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En general,</a:t>
            </a:r>
          </a:p>
          <a:p>
            <a:endParaRPr lang="es-C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ADB59-0C60-42DD-A5CA-C0E3488B37E3}"/>
              </a:ext>
            </a:extLst>
          </p:cNvPr>
          <p:cNvSpPr txBox="1"/>
          <p:nvPr/>
        </p:nvSpPr>
        <p:spPr>
          <a:xfrm>
            <a:off x="3150271" y="5030546"/>
            <a:ext cx="137858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P(</a:t>
            </a:r>
            <a:r>
              <a:rPr lang="en-US" b="1" dirty="0"/>
              <a:t>X</a:t>
            </a:r>
            <a:r>
              <a:rPr lang="en-US" dirty="0"/>
              <a:t>)=P(Y=1 |</a:t>
            </a:r>
            <a:r>
              <a:rPr lang="en-US" i="1" dirty="0"/>
              <a:t>X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D65E66-A284-47AE-864B-4B2BAE08D10C}"/>
              </a:ext>
            </a:extLst>
          </p:cNvPr>
          <p:cNvSpPr txBox="1"/>
          <p:nvPr/>
        </p:nvSpPr>
        <p:spPr>
          <a:xfrm>
            <a:off x="5406708" y="4651117"/>
            <a:ext cx="14193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i="1" dirty="0"/>
              <a:t>X</a:t>
            </a:r>
            <a:r>
              <a:rPr lang="en-US" dirty="0"/>
              <a:t> es la </a:t>
            </a:r>
            <a:r>
              <a:rPr lang="en-US" dirty="0" err="1"/>
              <a:t>muestra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81E97-58BA-4FCC-8FB3-4430B29CB002}"/>
              </a:ext>
            </a:extLst>
          </p:cNvPr>
          <p:cNvSpPr txBox="1"/>
          <p:nvPr/>
        </p:nvSpPr>
        <p:spPr>
          <a:xfrm>
            <a:off x="5406708" y="5224914"/>
            <a:ext cx="224535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i="1" dirty="0"/>
              <a:t>Y</a:t>
            </a:r>
            <a:r>
              <a:rPr lang="en-US" dirty="0"/>
              <a:t> es la </a:t>
            </a:r>
            <a:r>
              <a:rPr lang="en-US" dirty="0" err="1"/>
              <a:t>clase</a:t>
            </a:r>
            <a:r>
              <a:rPr lang="en-US" dirty="0"/>
              <a:t> por </a:t>
            </a:r>
            <a:r>
              <a:rPr lang="en-US" dirty="0" err="1"/>
              <a:t>defecto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47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Regresión logística para predecir probabilidades (continuación)</a:t>
            </a:r>
          </a:p>
          <a:p>
            <a:endParaRPr lang="es-CO" sz="2200" dirty="0"/>
          </a:p>
        </p:txBody>
      </p:sp>
      <p:sp>
        <p:nvSpPr>
          <p:cNvPr id="4" name="Rectángulo 3"/>
          <p:cNvSpPr/>
          <p:nvPr/>
        </p:nvSpPr>
        <p:spPr>
          <a:xfrm>
            <a:off x="1456420" y="2634273"/>
            <a:ext cx="89595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Siguiendo con el ejemplo: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Se puede demostrar</a:t>
            </a:r>
          </a:p>
        </p:txBody>
      </p:sp>
      <p:sp>
        <p:nvSpPr>
          <p:cNvPr id="7" name="Rectángulo 3">
            <a:extLst>
              <a:ext uri="{FF2B5EF4-FFF2-40B4-BE49-F238E27FC236}">
                <a16:creationId xmlns:a16="http://schemas.microsoft.com/office/drawing/2014/main" id="{74BB4F02-25CD-402C-B0A8-4CFF42A5665F}"/>
              </a:ext>
            </a:extLst>
          </p:cNvPr>
          <p:cNvSpPr/>
          <p:nvPr/>
        </p:nvSpPr>
        <p:spPr>
          <a:xfrm>
            <a:off x="1456420" y="4911821"/>
            <a:ext cx="100855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Definiendo la </a:t>
            </a:r>
            <a:r>
              <a:rPr lang="es-CO" b="1" i="1" dirty="0"/>
              <a:t>posibilidad</a:t>
            </a:r>
            <a:r>
              <a:rPr lang="es-CO" dirty="0"/>
              <a:t> de un evento como el </a:t>
            </a:r>
            <a:r>
              <a:rPr lang="es-CO" b="1" i="1" dirty="0"/>
              <a:t>radio</a:t>
            </a:r>
            <a:r>
              <a:rPr lang="es-CO" dirty="0"/>
              <a:t> entre las </a:t>
            </a:r>
            <a:r>
              <a:rPr lang="es-CO" b="1" i="1" dirty="0"/>
              <a:t>probabilidades</a:t>
            </a:r>
            <a:r>
              <a:rPr lang="es-CO" dirty="0"/>
              <a:t> de que el evento ocurra dividido entre las </a:t>
            </a:r>
            <a:r>
              <a:rPr lang="es-CO" b="1" i="1" dirty="0"/>
              <a:t>probabilidades</a:t>
            </a:r>
            <a:r>
              <a:rPr lang="es-CO" dirty="0"/>
              <a:t> de que el evento no ocurra, tenemos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88BFA6-DCC1-4085-8C0A-DB5C648A1062}"/>
              </a:ext>
            </a:extLst>
          </p:cNvPr>
          <p:cNvSpPr txBox="1"/>
          <p:nvPr/>
        </p:nvSpPr>
        <p:spPr>
          <a:xfrm>
            <a:off x="2743004" y="3203660"/>
            <a:ext cx="3193182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y = e</a:t>
            </a:r>
            <a:r>
              <a:rPr lang="en-US" sz="2200" baseline="30000" dirty="0"/>
              <a:t>(b0 + b1*x) </a:t>
            </a:r>
            <a:r>
              <a:rPr lang="en-US" sz="2200" dirty="0"/>
              <a:t>/ (1 + e</a:t>
            </a:r>
            <a:r>
              <a:rPr lang="en-US" sz="2200" baseline="30000" dirty="0"/>
              <a:t>(b0 + b1*x)</a:t>
            </a:r>
            <a:r>
              <a:rPr lang="en-US" sz="22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5B602-2411-4F01-B07D-96F72A1AAA7E}"/>
              </a:ext>
            </a:extLst>
          </p:cNvPr>
          <p:cNvSpPr txBox="1"/>
          <p:nvPr/>
        </p:nvSpPr>
        <p:spPr>
          <a:xfrm>
            <a:off x="2743004" y="4342434"/>
            <a:ext cx="3491340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ln(p(X) / 1 – p(X)) = b</a:t>
            </a:r>
            <a:r>
              <a:rPr lang="en-US" sz="2200" baseline="-25000" dirty="0"/>
              <a:t>0</a:t>
            </a:r>
            <a:r>
              <a:rPr lang="en-US" sz="2200" dirty="0"/>
              <a:t> + b</a:t>
            </a:r>
            <a:r>
              <a:rPr lang="en-US" sz="2200" baseline="-25000" dirty="0"/>
              <a:t>1</a:t>
            </a:r>
            <a:r>
              <a:rPr lang="en-US" sz="2200" dirty="0"/>
              <a:t> * 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12E9DD-EFCE-4B99-B6EA-E8E109FCA648}"/>
              </a:ext>
            </a:extLst>
          </p:cNvPr>
          <p:cNvSpPr txBox="1"/>
          <p:nvPr/>
        </p:nvSpPr>
        <p:spPr>
          <a:xfrm>
            <a:off x="2743004" y="5885095"/>
            <a:ext cx="3060133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ln(</a:t>
            </a:r>
            <a:r>
              <a:rPr lang="en-US" sz="2200" dirty="0" err="1"/>
              <a:t>posibilidad</a:t>
            </a:r>
            <a:r>
              <a:rPr lang="en-US" sz="2200" dirty="0"/>
              <a:t>) = b</a:t>
            </a:r>
            <a:r>
              <a:rPr lang="en-US" sz="2200" baseline="-25000" dirty="0"/>
              <a:t>0</a:t>
            </a:r>
            <a:r>
              <a:rPr lang="en-US" sz="2200" dirty="0"/>
              <a:t> + b</a:t>
            </a:r>
            <a:r>
              <a:rPr lang="en-US" sz="2200" baseline="-25000" dirty="0"/>
              <a:t>1</a:t>
            </a:r>
            <a:r>
              <a:rPr lang="en-US" sz="2200" dirty="0"/>
              <a:t> *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37C315-BDBB-4617-8DED-9C665A7EACC5}"/>
              </a:ext>
            </a:extLst>
          </p:cNvPr>
          <p:cNvSpPr txBox="1"/>
          <p:nvPr/>
        </p:nvSpPr>
        <p:spPr>
          <a:xfrm>
            <a:off x="6388863" y="5885095"/>
            <a:ext cx="2675412" cy="3385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200" dirty="0"/>
              <a:t> </a:t>
            </a:r>
            <a:r>
              <a:rPr lang="en-US" sz="2200" dirty="0" err="1"/>
              <a:t>posibilidad</a:t>
            </a:r>
            <a:r>
              <a:rPr lang="en-US" sz="2200" dirty="0"/>
              <a:t> = e</a:t>
            </a:r>
            <a:r>
              <a:rPr lang="en-US" sz="2200" baseline="30000" dirty="0"/>
              <a:t>(b0 + b1 * X)</a:t>
            </a:r>
          </a:p>
        </p:txBody>
      </p:sp>
    </p:spTree>
    <p:extLst>
      <p:ext uri="{BB962C8B-B14F-4D97-AF65-F5344CB8AC3E}">
        <p14:creationId xmlns:p14="http://schemas.microsoft.com/office/powerpoint/2010/main" val="2369890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Regresión logística: Ajuste de los coeficientes.</a:t>
            </a:r>
            <a:endParaRPr lang="es-CO" sz="2200" dirty="0"/>
          </a:p>
        </p:txBody>
      </p:sp>
      <p:sp>
        <p:nvSpPr>
          <p:cNvPr id="4" name="Rectángulo 3"/>
          <p:cNvSpPr/>
          <p:nvPr/>
        </p:nvSpPr>
        <p:spPr>
          <a:xfrm>
            <a:off x="1353784" y="2434326"/>
            <a:ext cx="89595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Función de costo (</a:t>
            </a:r>
            <a:r>
              <a:rPr lang="es-CO" i="1" dirty="0" err="1"/>
              <a:t>loss</a:t>
            </a:r>
            <a:r>
              <a:rPr lang="es-CO" i="1" dirty="0"/>
              <a:t> </a:t>
            </a:r>
            <a:r>
              <a:rPr lang="es-CO" i="1" dirty="0" err="1"/>
              <a:t>function</a:t>
            </a:r>
            <a:r>
              <a:rPr lang="es-CO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5D030D-F799-45AD-8FEF-80D19C6259AE}"/>
              </a:ext>
            </a:extLst>
          </p:cNvPr>
          <p:cNvSpPr txBox="1"/>
          <p:nvPr/>
        </p:nvSpPr>
        <p:spPr>
          <a:xfrm>
            <a:off x="2195338" y="4568725"/>
            <a:ext cx="5788572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Número</a:t>
            </a:r>
            <a:r>
              <a:rPr lang="en-US" sz="2000" i="1" dirty="0"/>
              <a:t> de </a:t>
            </a:r>
            <a:r>
              <a:rPr lang="en-US" sz="2000" i="1" dirty="0" err="1"/>
              <a:t>instancias</a:t>
            </a:r>
            <a:r>
              <a:rPr lang="en-US" sz="2000" i="1" dirty="0"/>
              <a:t> </a:t>
            </a:r>
            <a:r>
              <a:rPr lang="en-US" sz="2000" i="1" dirty="0" err="1"/>
              <a:t>en</a:t>
            </a:r>
            <a:r>
              <a:rPr lang="en-US" sz="2000" i="1" dirty="0"/>
              <a:t> el conjunto de </a:t>
            </a:r>
            <a:r>
              <a:rPr lang="en-US" sz="2000" i="1" dirty="0" err="1"/>
              <a:t>entrenamiento</a:t>
            </a:r>
            <a:r>
              <a:rPr lang="en-US" sz="2000" i="1" dirty="0"/>
              <a:t>.</a:t>
            </a:r>
          </a:p>
          <a:p>
            <a:r>
              <a:rPr lang="en-US" sz="2000" i="1" dirty="0" err="1"/>
              <a:t>i</a:t>
            </a:r>
            <a:r>
              <a:rPr lang="en-US" sz="2000" i="1" baseline="30000" dirty="0" err="1"/>
              <a:t>th</a:t>
            </a:r>
            <a:r>
              <a:rPr lang="en-US" sz="2000" i="1" dirty="0"/>
              <a:t> </a:t>
            </a:r>
            <a:r>
              <a:rPr lang="en-US" sz="2000" i="1" dirty="0" err="1"/>
              <a:t>instancia</a:t>
            </a:r>
            <a:r>
              <a:rPr lang="en-US" sz="2000" i="1" dirty="0"/>
              <a:t> </a:t>
            </a:r>
            <a:r>
              <a:rPr lang="en-US" sz="2000" i="1" dirty="0" err="1"/>
              <a:t>en</a:t>
            </a:r>
            <a:r>
              <a:rPr lang="en-US" sz="2000" i="1" dirty="0"/>
              <a:t> el conjunto de </a:t>
            </a:r>
            <a:r>
              <a:rPr lang="en-US" sz="2000" i="1" dirty="0" err="1"/>
              <a:t>entrenamiento</a:t>
            </a:r>
            <a:r>
              <a:rPr lang="en-US" sz="2000" i="1" dirty="0"/>
              <a:t>.</a:t>
            </a:r>
          </a:p>
          <a:p>
            <a:r>
              <a:rPr lang="en-US" sz="2000" i="1" dirty="0" err="1"/>
              <a:t>Etiqueta</a:t>
            </a:r>
            <a:r>
              <a:rPr lang="en-US" sz="2000" i="1" dirty="0"/>
              <a:t> real de la </a:t>
            </a:r>
            <a:r>
              <a:rPr lang="en-US" sz="2000" i="1" dirty="0" err="1"/>
              <a:t>i</a:t>
            </a:r>
            <a:r>
              <a:rPr lang="en-US" sz="2000" i="1" baseline="30000" dirty="0" err="1"/>
              <a:t>th</a:t>
            </a:r>
            <a:r>
              <a:rPr lang="en-US" sz="2000" i="1" dirty="0"/>
              <a:t> </a:t>
            </a:r>
            <a:r>
              <a:rPr lang="en-US" sz="2000" i="1" dirty="0" err="1"/>
              <a:t>instancia</a:t>
            </a:r>
            <a:r>
              <a:rPr lang="en-US" sz="2000" i="1" dirty="0"/>
              <a:t>.</a:t>
            </a:r>
          </a:p>
          <a:p>
            <a:r>
              <a:rPr lang="en-US" sz="2000" i="1" dirty="0" err="1"/>
              <a:t>Predicción</a:t>
            </a:r>
            <a:r>
              <a:rPr lang="en-US" sz="2000" i="1" dirty="0"/>
              <a:t> para la </a:t>
            </a:r>
            <a:r>
              <a:rPr lang="en-US" sz="2000" i="1" dirty="0" err="1"/>
              <a:t>i</a:t>
            </a:r>
            <a:r>
              <a:rPr lang="en-US" sz="2000" i="1" baseline="30000" dirty="0" err="1"/>
              <a:t>th</a:t>
            </a:r>
            <a:r>
              <a:rPr lang="en-US" sz="2000" i="1" dirty="0"/>
              <a:t> </a:t>
            </a:r>
            <a:r>
              <a:rPr lang="en-US" sz="2000" i="1" dirty="0" err="1"/>
              <a:t>instancia</a:t>
            </a:r>
            <a:r>
              <a:rPr lang="en-US" sz="2000" i="1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84108D-F747-436C-B840-3D4CC0650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788" y="2873601"/>
            <a:ext cx="3586203" cy="994674"/>
          </a:xfrm>
          <a:prstGeom prst="rect">
            <a:avLst/>
          </a:prstGeom>
        </p:spPr>
      </p:pic>
      <p:sp>
        <p:nvSpPr>
          <p:cNvPr id="11" name="Rectángulo 3">
            <a:extLst>
              <a:ext uri="{FF2B5EF4-FFF2-40B4-BE49-F238E27FC236}">
                <a16:creationId xmlns:a16="http://schemas.microsoft.com/office/drawing/2014/main" id="{CBFAC073-4EFD-463A-9902-AD73690A9801}"/>
              </a:ext>
            </a:extLst>
          </p:cNvPr>
          <p:cNvSpPr/>
          <p:nvPr/>
        </p:nvSpPr>
        <p:spPr>
          <a:xfrm>
            <a:off x="5833550" y="3244334"/>
            <a:ext cx="89595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i="1" dirty="0"/>
              <a:t>Mean </a:t>
            </a:r>
            <a:r>
              <a:rPr lang="es-CO" i="1" dirty="0" err="1"/>
              <a:t>Bias</a:t>
            </a:r>
            <a:r>
              <a:rPr lang="es-CO" i="1" dirty="0"/>
              <a:t> Error</a:t>
            </a:r>
            <a:r>
              <a:rPr lang="es-CO" dirty="0"/>
              <a:t>: Definición general de la función de costo.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BD13B-5B49-453B-AF85-602F40ED0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609" y="5241099"/>
            <a:ext cx="230354" cy="2403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B1000B-0D6B-4528-BB50-00C76B22C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980" y="5484804"/>
            <a:ext cx="233613" cy="317713"/>
          </a:xfrm>
          <a:prstGeom prst="rect">
            <a:avLst/>
          </a:prstGeom>
        </p:spPr>
      </p:pic>
      <p:sp>
        <p:nvSpPr>
          <p:cNvPr id="12" name="Rectángulo 3">
            <a:extLst>
              <a:ext uri="{FF2B5EF4-FFF2-40B4-BE49-F238E27FC236}">
                <a16:creationId xmlns:a16="http://schemas.microsoft.com/office/drawing/2014/main" id="{4D803861-5E3F-47FC-A1A1-E602D63B52A9}"/>
              </a:ext>
            </a:extLst>
          </p:cNvPr>
          <p:cNvSpPr/>
          <p:nvPr/>
        </p:nvSpPr>
        <p:spPr>
          <a:xfrm>
            <a:off x="1353784" y="3959940"/>
            <a:ext cx="89595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Donde…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13CEB4-310B-4447-9D99-D13D52E91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860" y="4910799"/>
            <a:ext cx="107855" cy="243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F8FE54-E935-4532-994E-71C8972108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177" y="4638848"/>
            <a:ext cx="278414" cy="20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61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Regresión logística: Ajuste de los coeficientes.</a:t>
            </a:r>
            <a:endParaRPr lang="es-CO" sz="2200" dirty="0"/>
          </a:p>
        </p:txBody>
      </p:sp>
      <p:sp>
        <p:nvSpPr>
          <p:cNvPr id="15" name="Rectángulo 3">
            <a:extLst>
              <a:ext uri="{FF2B5EF4-FFF2-40B4-BE49-F238E27FC236}">
                <a16:creationId xmlns:a16="http://schemas.microsoft.com/office/drawing/2014/main" id="{4DC708F6-953F-44BF-B029-A52D3D7D6D82}"/>
              </a:ext>
            </a:extLst>
          </p:cNvPr>
          <p:cNvSpPr/>
          <p:nvPr/>
        </p:nvSpPr>
        <p:spPr>
          <a:xfrm>
            <a:off x="1269808" y="2620156"/>
            <a:ext cx="89595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En machine learning, sin embargo, empleamos otras funciones de costo: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8F197-D442-4979-8AFD-6D22EEB5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949" y="3155108"/>
            <a:ext cx="7715250" cy="649432"/>
          </a:xfrm>
          <a:prstGeom prst="rect">
            <a:avLst/>
          </a:prstGeom>
        </p:spPr>
      </p:pic>
      <p:sp>
        <p:nvSpPr>
          <p:cNvPr id="16" name="Rectángulo 3">
            <a:extLst>
              <a:ext uri="{FF2B5EF4-FFF2-40B4-BE49-F238E27FC236}">
                <a16:creationId xmlns:a16="http://schemas.microsoft.com/office/drawing/2014/main" id="{CF9A4D41-7CBC-42B9-A3F1-4A3005F66230}"/>
              </a:ext>
            </a:extLst>
          </p:cNvPr>
          <p:cNvSpPr/>
          <p:nvPr/>
        </p:nvSpPr>
        <p:spPr>
          <a:xfrm>
            <a:off x="1269808" y="5768578"/>
            <a:ext cx="92213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Se conoce como la función de pérdida </a:t>
            </a:r>
            <a:r>
              <a:rPr lang="es-CO" b="1" i="1" dirty="0"/>
              <a:t>logarítmica</a:t>
            </a:r>
            <a:r>
              <a:rPr lang="es-CO" dirty="0"/>
              <a:t>, en general, penaliza fuertemente las predicciones con mucha confianza que son incorrectas.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CD007-FD23-4E67-A618-77ADDDC6FE85}"/>
              </a:ext>
            </a:extLst>
          </p:cNvPr>
          <p:cNvSpPr txBox="1"/>
          <p:nvPr/>
        </p:nvSpPr>
        <p:spPr>
          <a:xfrm>
            <a:off x="2374009" y="4301818"/>
            <a:ext cx="5788572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 err="1"/>
              <a:t>Número</a:t>
            </a:r>
            <a:r>
              <a:rPr lang="en-US" sz="2000" i="1" dirty="0"/>
              <a:t> de </a:t>
            </a:r>
            <a:r>
              <a:rPr lang="en-US" sz="2000" i="1" dirty="0" err="1"/>
              <a:t>instancias</a:t>
            </a:r>
            <a:r>
              <a:rPr lang="en-US" sz="2000" i="1" dirty="0"/>
              <a:t> </a:t>
            </a:r>
            <a:r>
              <a:rPr lang="en-US" sz="2000" i="1" dirty="0" err="1"/>
              <a:t>en</a:t>
            </a:r>
            <a:r>
              <a:rPr lang="en-US" sz="2000" i="1" dirty="0"/>
              <a:t> el conjunto de </a:t>
            </a:r>
            <a:r>
              <a:rPr lang="en-US" sz="2000" i="1" dirty="0" err="1"/>
              <a:t>entrenamiento</a:t>
            </a:r>
            <a:r>
              <a:rPr lang="en-US" sz="2000" i="1" dirty="0"/>
              <a:t>.</a:t>
            </a:r>
          </a:p>
          <a:p>
            <a:r>
              <a:rPr lang="en-US" sz="2000" i="1" dirty="0" err="1"/>
              <a:t>i</a:t>
            </a:r>
            <a:r>
              <a:rPr lang="en-US" sz="2000" i="1" baseline="30000" dirty="0" err="1"/>
              <a:t>th</a:t>
            </a:r>
            <a:r>
              <a:rPr lang="en-US" sz="2000" i="1" dirty="0"/>
              <a:t> </a:t>
            </a:r>
            <a:r>
              <a:rPr lang="en-US" sz="2000" i="1" dirty="0" err="1"/>
              <a:t>instancia</a:t>
            </a:r>
            <a:r>
              <a:rPr lang="en-US" sz="2000" i="1" dirty="0"/>
              <a:t> </a:t>
            </a:r>
            <a:r>
              <a:rPr lang="en-US" sz="2000" i="1" dirty="0" err="1"/>
              <a:t>en</a:t>
            </a:r>
            <a:r>
              <a:rPr lang="en-US" sz="2000" i="1" dirty="0"/>
              <a:t> el conjunto de </a:t>
            </a:r>
            <a:r>
              <a:rPr lang="en-US" sz="2000" i="1" dirty="0" err="1"/>
              <a:t>entrenamiento</a:t>
            </a:r>
            <a:r>
              <a:rPr lang="en-US" sz="2000" i="1" dirty="0"/>
              <a:t>.</a:t>
            </a:r>
          </a:p>
          <a:p>
            <a:r>
              <a:rPr lang="en-US" sz="2000" i="1" dirty="0" err="1"/>
              <a:t>Etiqueta</a:t>
            </a:r>
            <a:r>
              <a:rPr lang="en-US" sz="2000" i="1" dirty="0"/>
              <a:t> real de la </a:t>
            </a:r>
            <a:r>
              <a:rPr lang="en-US" sz="2000" i="1" dirty="0" err="1"/>
              <a:t>i</a:t>
            </a:r>
            <a:r>
              <a:rPr lang="en-US" sz="2000" i="1" baseline="30000" dirty="0" err="1"/>
              <a:t>th</a:t>
            </a:r>
            <a:r>
              <a:rPr lang="en-US" sz="2000" i="1" dirty="0"/>
              <a:t> </a:t>
            </a:r>
            <a:r>
              <a:rPr lang="en-US" sz="2000" i="1" dirty="0" err="1"/>
              <a:t>instancia</a:t>
            </a:r>
            <a:r>
              <a:rPr lang="en-US" sz="2000" i="1" dirty="0"/>
              <a:t>.</a:t>
            </a:r>
          </a:p>
          <a:p>
            <a:r>
              <a:rPr lang="en-US" sz="2000" i="1" dirty="0" err="1"/>
              <a:t>Predicción</a:t>
            </a:r>
            <a:r>
              <a:rPr lang="en-US" sz="2000" i="1" dirty="0"/>
              <a:t> para la </a:t>
            </a:r>
            <a:r>
              <a:rPr lang="en-US" sz="2000" i="1" dirty="0" err="1"/>
              <a:t>i</a:t>
            </a:r>
            <a:r>
              <a:rPr lang="en-US" sz="2000" i="1" baseline="30000" dirty="0" err="1"/>
              <a:t>th</a:t>
            </a:r>
            <a:r>
              <a:rPr lang="en-US" sz="2000" i="1" dirty="0"/>
              <a:t> </a:t>
            </a:r>
            <a:r>
              <a:rPr lang="en-US" sz="2000" i="1" dirty="0" err="1"/>
              <a:t>instancia</a:t>
            </a:r>
            <a:r>
              <a:rPr lang="en-US" sz="2000" i="1" dirty="0"/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7B99C5-935F-4A3D-AC66-660625E54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280" y="4974192"/>
            <a:ext cx="230354" cy="2403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C3A645-6125-40C8-ABB1-A700C0417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651" y="5217897"/>
            <a:ext cx="233613" cy="317713"/>
          </a:xfrm>
          <a:prstGeom prst="rect">
            <a:avLst/>
          </a:prstGeom>
        </p:spPr>
      </p:pic>
      <p:sp>
        <p:nvSpPr>
          <p:cNvPr id="20" name="Rectángulo 3">
            <a:extLst>
              <a:ext uri="{FF2B5EF4-FFF2-40B4-BE49-F238E27FC236}">
                <a16:creationId xmlns:a16="http://schemas.microsoft.com/office/drawing/2014/main" id="{36EDA6F8-0DA6-4F0D-BE42-A86A58EE588D}"/>
              </a:ext>
            </a:extLst>
          </p:cNvPr>
          <p:cNvSpPr/>
          <p:nvPr/>
        </p:nvSpPr>
        <p:spPr>
          <a:xfrm>
            <a:off x="1269808" y="3868513"/>
            <a:ext cx="89595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Donde…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330861A-14B8-4996-9502-6E9218AD9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6531" y="4643892"/>
            <a:ext cx="107855" cy="2432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8BA82D-5503-435C-B801-CFEB5AEAD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9848" y="4371941"/>
            <a:ext cx="278414" cy="20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71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08007" y="1765026"/>
            <a:ext cx="92213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Regresión logística: Ajuste de los coeficientes.</a:t>
            </a:r>
            <a:endParaRPr lang="es-CO" sz="2200" dirty="0"/>
          </a:p>
        </p:txBody>
      </p:sp>
      <p:sp>
        <p:nvSpPr>
          <p:cNvPr id="15" name="Rectángulo 3">
            <a:extLst>
              <a:ext uri="{FF2B5EF4-FFF2-40B4-BE49-F238E27FC236}">
                <a16:creationId xmlns:a16="http://schemas.microsoft.com/office/drawing/2014/main" id="{4DC708F6-953F-44BF-B029-A52D3D7D6D82}"/>
              </a:ext>
            </a:extLst>
          </p:cNvPr>
          <p:cNvSpPr/>
          <p:nvPr/>
        </p:nvSpPr>
        <p:spPr>
          <a:xfrm>
            <a:off x="1269808" y="2620156"/>
            <a:ext cx="8959532" cy="3693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/>
              <a:t>El objetivo entonces es </a:t>
            </a:r>
            <a:r>
              <a:rPr lang="es-CO" b="1" i="1" dirty="0"/>
              <a:t>minimizar </a:t>
            </a:r>
            <a:r>
              <a:rPr lang="es-CO" dirty="0"/>
              <a:t>la función de costo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8F197-D442-4979-8AFD-6D22EEB5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949" y="3155108"/>
            <a:ext cx="7715250" cy="649432"/>
          </a:xfrm>
          <a:prstGeom prst="rect">
            <a:avLst/>
          </a:prstGeom>
        </p:spPr>
      </p:pic>
      <p:sp>
        <p:nvSpPr>
          <p:cNvPr id="12" name="Rectángulo 3">
            <a:extLst>
              <a:ext uri="{FF2B5EF4-FFF2-40B4-BE49-F238E27FC236}">
                <a16:creationId xmlns:a16="http://schemas.microsoft.com/office/drawing/2014/main" id="{1318BD1B-99A6-4C75-8B42-7D8E6C40AF64}"/>
              </a:ext>
            </a:extLst>
          </p:cNvPr>
          <p:cNvSpPr/>
          <p:nvPr/>
        </p:nvSpPr>
        <p:spPr>
          <a:xfrm>
            <a:off x="1328423" y="3980032"/>
            <a:ext cx="8959532" cy="3693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/>
              <a:t>Donde </a:t>
            </a:r>
            <a:endParaRPr lang="es-ES" dirty="0"/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E340B2AC-7B12-4B45-83B2-6FD83248E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313" y="4514511"/>
            <a:ext cx="256024" cy="347595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58A10844-0129-4E05-A351-4153BAF83018}"/>
              </a:ext>
            </a:extLst>
          </p:cNvPr>
          <p:cNvSpPr txBox="1"/>
          <p:nvPr/>
        </p:nvSpPr>
        <p:spPr>
          <a:xfrm>
            <a:off x="2125933" y="4504787"/>
            <a:ext cx="3064942" cy="3385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sz="2200" dirty="0"/>
              <a:t> = e</a:t>
            </a:r>
            <a:r>
              <a:rPr lang="en-US" sz="2200" baseline="30000" dirty="0"/>
              <a:t>(b0 + b1*x) </a:t>
            </a:r>
            <a:r>
              <a:rPr lang="en-US" sz="2200" dirty="0"/>
              <a:t>/ (1 + e</a:t>
            </a:r>
            <a:r>
              <a:rPr lang="en-US" sz="2200" baseline="30000" dirty="0"/>
              <a:t>(b0 + b1*x)</a:t>
            </a:r>
            <a:r>
              <a:rPr lang="en-US" sz="2200" dirty="0"/>
              <a:t>)</a:t>
            </a:r>
          </a:p>
        </p:txBody>
      </p:sp>
      <p:sp>
        <p:nvSpPr>
          <p:cNvPr id="25" name="Rectángulo 3">
            <a:extLst>
              <a:ext uri="{FF2B5EF4-FFF2-40B4-BE49-F238E27FC236}">
                <a16:creationId xmlns:a16="http://schemas.microsoft.com/office/drawing/2014/main" id="{7785EE94-960B-4B76-B1A3-BF211C6794C8}"/>
              </a:ext>
            </a:extLst>
          </p:cNvPr>
          <p:cNvSpPr/>
          <p:nvPr/>
        </p:nvSpPr>
        <p:spPr>
          <a:xfrm>
            <a:off x="1328423" y="5134237"/>
            <a:ext cx="8959532" cy="6463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s-CO" dirty="0"/>
              <a:t>Es decir, </a:t>
            </a:r>
            <a:r>
              <a:rPr lang="es-CO" b="1" i="1" dirty="0"/>
              <a:t>ajustar los coeficientes</a:t>
            </a:r>
            <a:r>
              <a:rPr lang="es-CO" dirty="0"/>
              <a:t> consiste en encontrar los valores de </a:t>
            </a:r>
            <a:r>
              <a:rPr lang="es-CO" i="1" dirty="0"/>
              <a:t>b0</a:t>
            </a:r>
            <a:r>
              <a:rPr lang="es-CO" dirty="0"/>
              <a:t> y </a:t>
            </a:r>
            <a:r>
              <a:rPr lang="es-CO" i="1" dirty="0"/>
              <a:t>b1</a:t>
            </a:r>
            <a:r>
              <a:rPr lang="es-CO" dirty="0"/>
              <a:t> que minimizan la función de costo.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1629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1077773" y="1740171"/>
            <a:ext cx="81122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Conjunto de datos</a:t>
            </a:r>
          </a:p>
        </p:txBody>
      </p:sp>
      <p:pic>
        <p:nvPicPr>
          <p:cNvPr id="2050" name="Picture 2" descr="https://www.pyimagesearch.com/wp-content/uploads/2019/01/python_ml_iris.jpg">
            <a:extLst>
              <a:ext uri="{FF2B5EF4-FFF2-40B4-BE49-F238E27FC236}">
                <a16:creationId xmlns:a16="http://schemas.microsoft.com/office/drawing/2014/main" id="{16BAD989-1944-4641-9F56-A6C02A8EF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046" y="2605923"/>
            <a:ext cx="4293765" cy="323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700B4DF-E0C7-4392-9864-8BCC54F5F042}"/>
              </a:ext>
            </a:extLst>
          </p:cNvPr>
          <p:cNvSpPr/>
          <p:nvPr/>
        </p:nvSpPr>
        <p:spPr>
          <a:xfrm>
            <a:off x="3666831" y="5916513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Helvetica Neue"/>
              </a:rPr>
              <a:t> Iris dataset</a:t>
            </a:r>
            <a:endParaRPr lang="en-US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89F631-9C25-4622-B06F-27E8D93D2B9B}"/>
              </a:ext>
            </a:extLst>
          </p:cNvPr>
          <p:cNvSpPr/>
          <p:nvPr/>
        </p:nvSpPr>
        <p:spPr>
          <a:xfrm>
            <a:off x="6386004" y="2828835"/>
            <a:ext cx="50218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dirty="0">
                <a:latin typeface="Helvetica Neue"/>
              </a:rPr>
              <a:t>Tres clases componen este conjunto de datos</a:t>
            </a:r>
            <a:r>
              <a:rPr lang="pt-BR" i="1" dirty="0">
                <a:latin typeface="Helvetica Neue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pt-BR" i="1" dirty="0">
                <a:latin typeface="Helvetica Neue"/>
              </a:rPr>
              <a:t>Iris Setosa</a:t>
            </a:r>
            <a:endParaRPr lang="pt-BR" dirty="0">
              <a:latin typeface="Helvetica Neue"/>
            </a:endParaRPr>
          </a:p>
          <a:p>
            <a:pPr fontAlgn="base">
              <a:buFont typeface="+mj-lt"/>
              <a:buAutoNum type="arabicPeriod"/>
            </a:pPr>
            <a:r>
              <a:rPr lang="pt-BR" i="1" dirty="0">
                <a:latin typeface="Helvetica Neue"/>
              </a:rPr>
              <a:t>Iris Versicolor</a:t>
            </a:r>
            <a:endParaRPr lang="pt-BR" dirty="0">
              <a:latin typeface="Helvetica Neue"/>
            </a:endParaRPr>
          </a:p>
          <a:p>
            <a:pPr fontAlgn="base">
              <a:buFont typeface="+mj-lt"/>
              <a:buAutoNum type="arabicPeriod"/>
            </a:pPr>
            <a:r>
              <a:rPr lang="pt-BR" i="1" dirty="0">
                <a:latin typeface="Helvetica Neue"/>
              </a:rPr>
              <a:t>Iris Virginica</a:t>
            </a:r>
            <a:endParaRPr lang="pt-BR" b="0" i="0" dirty="0">
              <a:effectLst/>
              <a:latin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A237AD-9923-4CDB-BEFC-A58174CDAE3C}"/>
              </a:ext>
            </a:extLst>
          </p:cNvPr>
          <p:cNvSpPr/>
          <p:nvPr/>
        </p:nvSpPr>
        <p:spPr>
          <a:xfrm>
            <a:off x="6386004" y="436323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dirty="0" err="1">
                <a:latin typeface="Helvetica Neue"/>
              </a:rPr>
              <a:t>Cada</a:t>
            </a:r>
            <a:r>
              <a:rPr lang="en-US" dirty="0">
                <a:latin typeface="Helvetica Neue"/>
              </a:rPr>
              <a:t> </a:t>
            </a:r>
            <a:r>
              <a:rPr lang="en-US" dirty="0" err="1">
                <a:latin typeface="Helvetica Neue"/>
              </a:rPr>
              <a:t>instancia</a:t>
            </a:r>
            <a:r>
              <a:rPr lang="en-US" dirty="0">
                <a:latin typeface="Helvetica Neue"/>
              </a:rPr>
              <a:t> se </a:t>
            </a:r>
            <a:r>
              <a:rPr lang="en-US" dirty="0" err="1">
                <a:latin typeface="Helvetica Neue"/>
              </a:rPr>
              <a:t>representa</a:t>
            </a:r>
            <a:r>
              <a:rPr lang="en-US" dirty="0">
                <a:latin typeface="Helvetica Neue"/>
              </a:rPr>
              <a:t> por 4 </a:t>
            </a:r>
            <a:r>
              <a:rPr lang="en-US" dirty="0" err="1">
                <a:latin typeface="Helvetica Neue"/>
              </a:rPr>
              <a:t>atributos</a:t>
            </a:r>
            <a:r>
              <a:rPr lang="en-US" dirty="0">
                <a:latin typeface="Helvetica Neue"/>
              </a:rPr>
              <a:t>:</a:t>
            </a:r>
          </a:p>
          <a:p>
            <a:pPr fontAlgn="base">
              <a:buFont typeface="+mj-lt"/>
              <a:buAutoNum type="arabicPeriod"/>
            </a:pPr>
            <a:r>
              <a:rPr lang="en-US" i="1" dirty="0">
                <a:latin typeface="Helvetica Neue"/>
              </a:rPr>
              <a:t>Sepal length</a:t>
            </a:r>
          </a:p>
          <a:p>
            <a:pPr fontAlgn="base">
              <a:buFont typeface="+mj-lt"/>
              <a:buAutoNum type="arabicPeriod"/>
            </a:pPr>
            <a:r>
              <a:rPr lang="en-US" i="1" dirty="0">
                <a:latin typeface="Helvetica Neue"/>
              </a:rPr>
              <a:t>Sepal width</a:t>
            </a:r>
          </a:p>
          <a:p>
            <a:pPr fontAlgn="base">
              <a:buFont typeface="+mj-lt"/>
              <a:buAutoNum type="arabicPeriod"/>
            </a:pPr>
            <a:r>
              <a:rPr lang="en-US" i="1" dirty="0">
                <a:latin typeface="Helvetica Neue"/>
              </a:rPr>
              <a:t>Petal length</a:t>
            </a:r>
          </a:p>
          <a:p>
            <a:pPr fontAlgn="base">
              <a:buFont typeface="+mj-lt"/>
              <a:buAutoNum type="arabicPeriod"/>
            </a:pPr>
            <a:r>
              <a:rPr lang="en-US" i="1" dirty="0">
                <a:latin typeface="Helvetica Neue"/>
              </a:rPr>
              <a:t>Petal width</a:t>
            </a:r>
            <a:endParaRPr lang="en-US" b="0" i="1" dirty="0"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93782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11">
            <a:extLst>
              <a:ext uri="{FF2B5EF4-FFF2-40B4-BE49-F238E27FC236}">
                <a16:creationId xmlns:a16="http://schemas.microsoft.com/office/drawing/2014/main" id="{2175E2EE-9101-45EC-8704-1FB42CE444D8}"/>
              </a:ext>
            </a:extLst>
          </p:cNvPr>
          <p:cNvSpPr/>
          <p:nvPr/>
        </p:nvSpPr>
        <p:spPr>
          <a:xfrm>
            <a:off x="564362" y="1613922"/>
            <a:ext cx="6830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200" b="1" dirty="0"/>
              <a:t>Referencias</a:t>
            </a:r>
            <a:endParaRPr lang="es-CO" sz="2200" b="1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4F6A84A-8AC6-44B0-8366-5283F1CF064C}"/>
              </a:ext>
            </a:extLst>
          </p:cNvPr>
          <p:cNvSpPr/>
          <p:nvPr/>
        </p:nvSpPr>
        <p:spPr>
          <a:xfrm>
            <a:off x="946161" y="2340722"/>
            <a:ext cx="10299677" cy="147732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dirty="0">
                <a:hlinkClick r:id="rId2"/>
              </a:rPr>
              <a:t>Andriy </a:t>
            </a:r>
            <a:r>
              <a:rPr lang="en-US" dirty="0" err="1">
                <a:hlinkClick r:id="rId2"/>
              </a:rPr>
              <a:t>Burkov</a:t>
            </a:r>
            <a:r>
              <a:rPr lang="en-US" dirty="0">
                <a:hlinkClick r:id="rId2"/>
              </a:rPr>
              <a:t>, “The Hundred-Page Machine Learning Book”, 2018.</a:t>
            </a:r>
          </a:p>
          <a:p>
            <a:r>
              <a:rPr lang="en-US" dirty="0">
                <a:hlinkClick r:id="rId2"/>
              </a:rPr>
              <a:t>Shai, “Understanding Machine Learning: From Theory to Algorithms”, 2014.</a:t>
            </a:r>
            <a:endParaRPr lang="es-CO" dirty="0">
              <a:hlinkClick r:id="rId2"/>
            </a:endParaRPr>
          </a:p>
          <a:p>
            <a:r>
              <a:rPr lang="es-CO" dirty="0">
                <a:hlinkClick r:id="rId2"/>
              </a:rPr>
              <a:t>https://machinelearningmastery.com/naive-bayes-for-machine-learning/</a:t>
            </a:r>
            <a:endParaRPr lang="es-CO" dirty="0"/>
          </a:p>
          <a:p>
            <a:r>
              <a:rPr lang="es-CO" dirty="0">
                <a:hlinkClick r:id="rId3"/>
              </a:rPr>
              <a:t>https://machinelearningmastery.com/k-nearest-neighbors-for-machine-learning/</a:t>
            </a:r>
            <a:endParaRPr lang="es-CO" dirty="0"/>
          </a:p>
          <a:p>
            <a:r>
              <a:rPr lang="es-CO" dirty="0">
                <a:hlinkClick r:id="rId4"/>
              </a:rPr>
              <a:t>https://machinelearningmastery.com/logistic-regression-for-machine-learning/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332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1388</Words>
  <Application>Microsoft Office PowerPoint</Application>
  <PresentationFormat>Panorámica</PresentationFormat>
  <Paragraphs>162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Calelo</cp:lastModifiedBy>
  <cp:revision>510</cp:revision>
  <dcterms:created xsi:type="dcterms:W3CDTF">2017-07-31T19:21:32Z</dcterms:created>
  <dcterms:modified xsi:type="dcterms:W3CDTF">2019-04-08T22:58:49Z</dcterms:modified>
</cp:coreProperties>
</file>