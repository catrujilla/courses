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8/03/2016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8/03/2016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1251570"/>
          </a:xfrm>
        </p:spPr>
        <p:txBody>
          <a:bodyPr>
            <a:normAutofit/>
          </a:bodyPr>
          <a:lstStyle/>
          <a:p>
            <a:r>
              <a:rPr lang="es-CO" sz="5000" dirty="0" smtClean="0"/>
              <a:t>Memorias</a:t>
            </a:r>
            <a:endParaRPr lang="es-CO" sz="5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252028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CO" dirty="0" smtClean="0"/>
              <a:t>Memoria.</a:t>
            </a:r>
            <a:endParaRPr lang="es-ES" dirty="0"/>
          </a:p>
          <a:p>
            <a:pPr marL="457200" indent="-457200">
              <a:buAutoNum type="arabicPeriod"/>
            </a:pPr>
            <a:r>
              <a:rPr lang="es-ES" dirty="0" smtClean="0"/>
              <a:t>Tipos de memoria.</a:t>
            </a:r>
          </a:p>
          <a:p>
            <a:pPr marL="457200" indent="-457200">
              <a:buAutoNum type="arabicPeriod"/>
            </a:pPr>
            <a:r>
              <a:rPr lang="es-CO" dirty="0" smtClean="0"/>
              <a:t>Usos de las memorias.</a:t>
            </a:r>
          </a:p>
          <a:p>
            <a:pPr marL="457200" indent="-457200">
              <a:buAutoNum type="arabicPeriod"/>
            </a:pPr>
            <a:endParaRPr lang="es-CO" dirty="0" smtClean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Marzo 8 </a:t>
            </a:r>
            <a:r>
              <a:rPr lang="es-ES" i="1" dirty="0" smtClean="0">
                <a:effectLst/>
              </a:rPr>
              <a:t>de </a:t>
            </a:r>
            <a:r>
              <a:rPr lang="es-ES" i="1" dirty="0" smtClean="0">
                <a:effectLst/>
              </a:rPr>
              <a:t>2016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104331"/>
            <a:ext cx="7745505" cy="96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200" b="1" i="1" dirty="0" smtClean="0"/>
              <a:t>Dispositivos capaces de almacenar temporal o permanentemente información, en particular en forma de bits.</a:t>
            </a:r>
          </a:p>
          <a:p>
            <a:pPr marL="0" indent="0">
              <a:buNone/>
            </a:pPr>
            <a:r>
              <a:rPr lang="es-CO" sz="2200" b="1" i="1" dirty="0" smtClean="0"/>
              <a:t>Controlan la misma, y permiten a diferentes dispositivos realizar funciones dependiendo de la información que almacenan (Computadores, </a:t>
            </a:r>
            <a:r>
              <a:rPr lang="es-CO" sz="2200" b="1" i="1" dirty="0" err="1" smtClean="0"/>
              <a:t>Microcontroladores</a:t>
            </a:r>
            <a:r>
              <a:rPr lang="es-CO" sz="2200" b="1" i="1" dirty="0" smtClean="0"/>
              <a:t>, Dispositivos de almacenamiento masivo, </a:t>
            </a:r>
            <a:r>
              <a:rPr lang="es-CO" sz="2200" b="1" i="1" dirty="0" err="1" smtClean="0"/>
              <a:t>etc</a:t>
            </a:r>
            <a:r>
              <a:rPr lang="es-CO" sz="2200" b="1" i="1" dirty="0" smtClean="0"/>
              <a:t>).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1.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653136"/>
            <a:ext cx="288032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650432"/>
            <a:ext cx="2736304" cy="187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155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Funcionamiento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1.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611560" y="2636912"/>
            <a:ext cx="3240360" cy="676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sz="2000" b="1" i="1" dirty="0" smtClean="0"/>
              <a:t>Un arreglo de celdas almacena datos en forma de palabras de n bits.</a:t>
            </a:r>
          </a:p>
          <a:p>
            <a:pPr marL="0" indent="0" algn="ctr">
              <a:buFont typeface="Wingdings" pitchFamily="2" charset="2"/>
              <a:buNone/>
            </a:pPr>
            <a:r>
              <a:rPr lang="es-CO" sz="2000" b="1" i="1" dirty="0" smtClean="0"/>
              <a:t>Una memoria debe: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Apuntar el lugar de memoria que se desea.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smtClean="0"/>
              <a:t>Determinar </a:t>
            </a:r>
            <a:r>
              <a:rPr lang="es-CO" sz="2000" b="1" i="1" dirty="0" smtClean="0"/>
              <a:t>la operación (L/E).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Cargar los datos a almacenar (E) o retener el dato (L).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Habilitar la memoria.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sz="2000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sz="2000" b="1" i="1" dirty="0"/>
          </a:p>
          <a:p>
            <a:pPr marL="0" indent="0" algn="ctr">
              <a:buNone/>
            </a:pPr>
            <a:endParaRPr lang="es-CO" sz="2000" b="1" i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25" y="2780928"/>
            <a:ext cx="3334898" cy="3577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6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de Acceso Aleatorio RAM.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611560" y="3140968"/>
            <a:ext cx="3240360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 de escritura/lectura que tiene la capacidad de seleccionar cualquier dirección de la memoria sin depender de la posición en la que se encuentre.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19" y="5442835"/>
            <a:ext cx="3498221" cy="920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889" y="2780928"/>
            <a:ext cx="3615683" cy="250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78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de Acceso Aleatorio RAM.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119636"/>
            <a:ext cx="3240360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SRAM: RAM estática; construidas por </a:t>
            </a:r>
            <a:r>
              <a:rPr lang="es-CO" b="1" i="1" dirty="0" err="1" smtClean="0"/>
              <a:t>flip-flop</a:t>
            </a:r>
            <a:r>
              <a:rPr lang="es-CO" b="1" i="1" dirty="0" smtClean="0"/>
              <a:t>.</a:t>
            </a:r>
          </a:p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DRAM: RAM dinámica; construidas por celdas a base de condensadores.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137334"/>
            <a:ext cx="4969823" cy="2595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1 Marcador de contenido"/>
          <p:cNvSpPr txBox="1">
            <a:spLocks/>
          </p:cNvSpPr>
          <p:nvPr/>
        </p:nvSpPr>
        <p:spPr>
          <a:xfrm>
            <a:off x="4764863" y="5783932"/>
            <a:ext cx="3240360" cy="731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Memorias volátiles.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</p:spTree>
    <p:extLst>
      <p:ext uri="{BB962C8B-B14F-4D97-AF65-F5344CB8AC3E}">
        <p14:creationId xmlns:p14="http://schemas.microsoft.com/office/powerpoint/2010/main" val="29899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31604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Memorias no volátiles; tienen capacidad para almacenar información permanentemente.</a:t>
            </a: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26160"/>
            <a:ext cx="2857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125266"/>
            <a:ext cx="21336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30985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04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31604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i="1" dirty="0" smtClean="0"/>
              <a:t>ROM</a:t>
            </a:r>
            <a:r>
              <a:rPr lang="es-CO" sz="2000" b="1" i="1" dirty="0"/>
              <a:t>: (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usan principalmente en microprogramación de sistemas. Los fabricantes las suelen emplear cuando producen componentes de forma masiva.</a:t>
            </a:r>
          </a:p>
          <a:p>
            <a:pPr marL="0" indent="0" algn="just">
              <a:buNone/>
            </a:pPr>
            <a:r>
              <a:rPr lang="es-CO" sz="2000" b="1" i="1" dirty="0" smtClean="0"/>
              <a:t>PROM</a:t>
            </a:r>
            <a:r>
              <a:rPr lang="es-CO" sz="2000" b="1" i="1" dirty="0"/>
              <a:t>: (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El proceso de escritura es electrónico. Se puede grabar posteriormente a la fabricación del chip, a diferencia de las anteriores que se graba durante la fabricación. Permite una única grabación y es más cara que la ROM.</a:t>
            </a:r>
          </a:p>
          <a:p>
            <a:pPr marL="0" indent="0" algn="just">
              <a:buNone/>
            </a:pPr>
            <a:r>
              <a:rPr lang="es-CO" sz="2000" b="1" i="1" dirty="0" smtClean="0"/>
              <a:t>EPROM </a:t>
            </a:r>
            <a:r>
              <a:rPr lang="es-CO" sz="2000" b="1" i="1" dirty="0"/>
              <a:t>(</a:t>
            </a:r>
            <a:r>
              <a:rPr lang="es-CO" sz="2000" b="1" i="1" dirty="0" err="1"/>
              <a:t>Erasable</a:t>
            </a:r>
            <a:r>
              <a:rPr lang="es-CO" sz="2000" b="1" i="1" dirty="0"/>
              <a:t> 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puede escribir varias veces de forma eléctrica, sin embargo, el borrado de los contenidos es completo y a través de la exposición a rayos ultravioletas (de esto que suelen tener una pequeña ‘ventanita’ en el chip</a:t>
            </a:r>
            <a:r>
              <a:rPr lang="es-CO" sz="20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865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407668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i="1" dirty="0" smtClean="0"/>
              <a:t>EEPROM </a:t>
            </a:r>
            <a:r>
              <a:rPr lang="es-CO" sz="2000" b="1" i="1" dirty="0"/>
              <a:t>(</a:t>
            </a:r>
            <a:r>
              <a:rPr lang="es-CO" sz="2000" b="1" i="1" dirty="0" err="1"/>
              <a:t>Electrically</a:t>
            </a:r>
            <a:r>
              <a:rPr lang="es-CO" sz="2000" b="1" i="1" dirty="0"/>
              <a:t> </a:t>
            </a:r>
            <a:r>
              <a:rPr lang="es-CO" sz="2000" b="1" i="1" dirty="0" err="1"/>
              <a:t>Erasable</a:t>
            </a:r>
            <a:r>
              <a:rPr lang="es-CO" sz="2000" b="1" i="1" dirty="0"/>
              <a:t> 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puede borrar selectivamente byte a byte con corriente eléctrica. Es más cara que la EPROM.</a:t>
            </a:r>
          </a:p>
          <a:p>
            <a:pPr marL="0" indent="0" algn="just">
              <a:buNone/>
            </a:pPr>
            <a:r>
              <a:rPr lang="es-CO" sz="2000" b="1" i="1" dirty="0" smtClean="0"/>
              <a:t>Memoria </a:t>
            </a:r>
            <a:r>
              <a:rPr lang="es-CO" sz="2000" b="1" i="1" dirty="0"/>
              <a:t>flash: </a:t>
            </a:r>
            <a:r>
              <a:rPr lang="es-CO" sz="2000" b="1" i="1" dirty="0" smtClean="0"/>
              <a:t>P</a:t>
            </a:r>
            <a:r>
              <a:rPr lang="es-CO" sz="2000" dirty="0" smtClean="0"/>
              <a:t>ermite </a:t>
            </a:r>
            <a:r>
              <a:rPr lang="es-CO" sz="2000" dirty="0"/>
              <a:t>la </a:t>
            </a:r>
            <a:r>
              <a:rPr lang="es-CO" sz="2000" dirty="0" err="1"/>
              <a:t>lecto</a:t>
            </a:r>
            <a:r>
              <a:rPr lang="es-CO" sz="2000" dirty="0"/>
              <a:t>-escritura </a:t>
            </a:r>
            <a:r>
              <a:rPr lang="es-CO" sz="2000" dirty="0" smtClean="0"/>
              <a:t>(ultravioleta) de </a:t>
            </a:r>
            <a:r>
              <a:rPr lang="es-CO" sz="2000" dirty="0"/>
              <a:t>múltiples posiciones de memoria en la misma operación. </a:t>
            </a:r>
            <a:r>
              <a:rPr lang="es-CO" sz="2000" dirty="0" smtClean="0"/>
              <a:t>Tiene velocidades </a:t>
            </a:r>
            <a:r>
              <a:rPr lang="es-CO" sz="2000" dirty="0"/>
              <a:t>de funcionamiento muy superiores </a:t>
            </a:r>
            <a:r>
              <a:rPr lang="es-CO" sz="2000" dirty="0" smtClean="0"/>
              <a:t>a </a:t>
            </a:r>
            <a:r>
              <a:rPr lang="es-CO" sz="2000" dirty="0"/>
              <a:t>la tecnología </a:t>
            </a:r>
            <a:r>
              <a:rPr lang="es-CO" sz="2000" dirty="0" smtClean="0"/>
              <a:t>EEPROM. </a:t>
            </a:r>
          </a:p>
        </p:txBody>
      </p:sp>
    </p:spTree>
    <p:extLst>
      <p:ext uri="{BB962C8B-B14F-4D97-AF65-F5344CB8AC3E}">
        <p14:creationId xmlns:p14="http://schemas.microsoft.com/office/powerpoint/2010/main" val="31772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786935" y="2204864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RAM: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3. Usos de las memorias.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047628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dirty="0" smtClean="0"/>
              <a:t>Se usan como memorias para el almacenamiento temporal de datos en computadores y </a:t>
            </a:r>
            <a:r>
              <a:rPr lang="es-CO" sz="2000" b="1" dirty="0" err="1" smtClean="0"/>
              <a:t>microcontroladores</a:t>
            </a:r>
            <a:r>
              <a:rPr lang="es-CO" sz="2000" b="1" dirty="0" smtClean="0"/>
              <a:t>.</a:t>
            </a:r>
          </a:p>
          <a:p>
            <a:pPr marL="0" indent="0" algn="just">
              <a:buNone/>
            </a:pPr>
            <a:r>
              <a:rPr lang="es-CO" sz="2000" b="1" dirty="0" smtClean="0"/>
              <a:t>Se usan como memoria CACHE y como memoria de video en los PC.</a:t>
            </a:r>
          </a:p>
        </p:txBody>
      </p:sp>
      <p:sp>
        <p:nvSpPr>
          <p:cNvPr id="6" name="1 Marcador de contenido"/>
          <p:cNvSpPr txBox="1">
            <a:spLocks/>
          </p:cNvSpPr>
          <p:nvPr/>
        </p:nvSpPr>
        <p:spPr>
          <a:xfrm>
            <a:off x="785292" y="4408587"/>
            <a:ext cx="7745505" cy="676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sz="3200" b="1" i="1" dirty="0" smtClean="0"/>
              <a:t>Memorias ROM:</a:t>
            </a:r>
          </a:p>
        </p:txBody>
      </p:sp>
      <p:sp>
        <p:nvSpPr>
          <p:cNvPr id="8" name="1 Marcador de contenido"/>
          <p:cNvSpPr txBox="1">
            <a:spLocks/>
          </p:cNvSpPr>
          <p:nvPr/>
        </p:nvSpPr>
        <p:spPr>
          <a:xfrm>
            <a:off x="475928" y="5135860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dirty="0" smtClean="0"/>
              <a:t>Se usan para programas y datos.</a:t>
            </a:r>
          </a:p>
          <a:p>
            <a:pPr marL="0" indent="0" algn="just">
              <a:buNone/>
            </a:pPr>
            <a:r>
              <a:rPr lang="es-CO" sz="2000" b="1" dirty="0" smtClean="0"/>
              <a:t>Almacenan tablas de datos para posterior uso en operaciones aritméticas.</a:t>
            </a:r>
          </a:p>
        </p:txBody>
      </p:sp>
    </p:spTree>
    <p:extLst>
      <p:ext uri="{BB962C8B-B14F-4D97-AF65-F5344CB8AC3E}">
        <p14:creationId xmlns:p14="http://schemas.microsoft.com/office/powerpoint/2010/main" val="12658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174</TotalTime>
  <Words>502</Words>
  <Application>Microsoft Office PowerPoint</Application>
  <PresentationFormat>Presentación en pantalla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Book Antiqua</vt:lpstr>
      <vt:lpstr>Calibri</vt:lpstr>
      <vt:lpstr>Wingdings</vt:lpstr>
      <vt:lpstr>3-Sistemas Secuenciales</vt:lpstr>
      <vt:lpstr>Memorias</vt:lpstr>
      <vt:lpstr>1. Memoria.</vt:lpstr>
      <vt:lpstr>1. Memoria.</vt:lpstr>
      <vt:lpstr>2. Tipos de memoria.</vt:lpstr>
      <vt:lpstr>2. Tipos de memoria.</vt:lpstr>
      <vt:lpstr>2. Tipos de memoria.</vt:lpstr>
      <vt:lpstr>2. Tipos de memoria.</vt:lpstr>
      <vt:lpstr>2. Tipos de memoria.</vt:lpstr>
      <vt:lpstr>3. Usos de las memorias.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Carlos Alejandro Trujillo Anaya</cp:lastModifiedBy>
  <cp:revision>73</cp:revision>
  <dcterms:created xsi:type="dcterms:W3CDTF">2011-02-14T00:22:22Z</dcterms:created>
  <dcterms:modified xsi:type="dcterms:W3CDTF">2016-03-08T11:35:28Z</dcterms:modified>
</cp:coreProperties>
</file>