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56" r:id="rId2"/>
    <p:sldId id="257" r:id="rId3"/>
    <p:sldId id="269" r:id="rId4"/>
    <p:sldId id="259" r:id="rId5"/>
    <p:sldId id="268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69"/>
            <p14:sldId id="259"/>
            <p14:sldId id="268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29/03/2016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29/03/2016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.co/url?sa=i&amp;rct=j&amp;q=&amp;esrc=s&amp;frm=1&amp;source=images&amp;cd=&amp;cad=rja&amp;docid=Nle_s8GY7wCmfM&amp;tbnid=9_nv6ZMEX2zVeM:&amp;ved=0CAUQjRw&amp;url=http://www.eoi.es/blogs/elizabethmontesdeoca/2012/06/18/la-comunicacion-como-herramienta-de-direccion/&amp;ei=G6JkUo7cMo3I9gS_7oBQ&amp;bvm=bv.55139894,d.eWU&amp;psig=AFQjCNEi8FkENKXO4FoDFqNMSXE-f4r1tw&amp;ust=138241316745057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m.co/url?sa=i&amp;rct=j&amp;q=&amp;esrc=s&amp;frm=1&amp;source=images&amp;cd=&amp;cad=rja&amp;docid=GiEu3N_TTcGn7M&amp;tbnid=q9vPP84lIzmI-M:&amp;ved=0CAUQjRw&amp;url=http://www.hispazone.com/Guia/72/Bluetooth-El-Futuro-de-las-Comunicaciones-I.html&amp;ei=haVkUqbwDJLU9ATUz4CYAg&amp;psig=AFQjCNEwnKnwxFU6cnZWqup6Ui-V7Pi6ug&amp;ust=138241390642477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yaizaaurrecoechea.files.wordpress.com/2012/10/db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hyperlink" Target="http://www.google.com.co/url?sa=i&amp;source=images&amp;cd=&amp;cad=rja&amp;docid=b84WW8GcDki3QM&amp;tbnid=ogTk_F8MGMEANM:&amp;ved=0CAgQjRwwAA&amp;url=http://www.isodaq.co.uk/page/communication-options&amp;ei=FqpkUtSyFYKQ9gTI44EQ&amp;psig=AFQjCNEdAxytRalrOVNJNM81q3M8WgZwXg&amp;ust=1382415254396558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://www.google.com.co/url?sa=i&amp;rct=j&amp;q=&amp;esrc=s&amp;frm=1&amp;source=images&amp;cd=&amp;cad=rja&amp;docid=RLxm70GmdIgWfM&amp;tbnid=Asq0luJ0a9c-_M:&amp;ved=0CAUQjRw&amp;url=http://ubuntuymas.com/como-desactivar-el-bluetooth-al-inicio-en-ubuntu&amp;ei=t6hkUtreDIay9gSWw4Bo&amp;psig=AFQjCNF45j-7F3GmiU6HdA_PXYcRmwAbAQ&amp;ust=1382414891174879" TargetMode="External"/><Relationship Id="rId12" Type="http://schemas.openxmlformats.org/officeDocument/2006/relationships/image" Target="../media/image13.jpeg"/><Relationship Id="rId2" Type="http://schemas.openxmlformats.org/officeDocument/2006/relationships/hyperlink" Target="http://www.google.com.co/url?sa=i&amp;rct=j&amp;q=&amp;esrc=s&amp;frm=1&amp;source=images&amp;cd=&amp;cad=rja&amp;docid=PwAvh5novMY0qM&amp;tbnid=HEu_GN5OlRTpCM:&amp;ved=0CAUQjRw&amp;url=http://www.jasonfrasca.com/deconstructing-everyday-blog/send-sms-texts-during-wireless-cellular-network-failures-caused-by-disasters/&amp;ei=HqhkUqznApTI9gSw0ICADw&amp;psig=AFQjCNFYQulv-a-b6OFYlWmvWQLsmnd0sQ&amp;ust=138241468690150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hyperlink" Target="http://www.google.com.co/url?sa=i&amp;source=images&amp;cd=&amp;cad=rja&amp;docid=LIoLqLm6vjUhrM&amp;tbnid=rFeFcNeH9hkJuM:&amp;ved=0CAgQjRwwAA&amp;url=http://www.energyharvestingjournal.com/articles/zigbee-alliance-debuts-battery-free-option-with-new-green-power-00005034.asp&amp;ei=xqlkUprcH4HM9QTPh4Bw&amp;psig=AFQjCNG6Nd23GMlqd10C4-sx9KQB7thG8w&amp;ust=1382415174571550" TargetMode="External"/><Relationship Id="rId5" Type="http://schemas.openxmlformats.org/officeDocument/2006/relationships/hyperlink" Target="http://www.google.com.co/url?sa=i&amp;rct=j&amp;q=&amp;esrc=s&amp;frm=1&amp;source=images&amp;cd=&amp;cad=rja&amp;docid=3xMyeojj4ReFnM&amp;tbnid=2NE6b1IoEOShcM:&amp;ved=0CAUQjRw&amp;url=http://linuxreflejo.wordpress.com/2008/11/17/llega-la-nueva-version-del-puerto-usb/&amp;ei=h6hkUvLcEIP49gSn44GIAQ&amp;psig=AFQjCNEApsmbToSHSAUsnbiuFuBmrFSwxw&amp;ust=1382414799847905" TargetMode="External"/><Relationship Id="rId15" Type="http://schemas.openxmlformats.org/officeDocument/2006/relationships/image" Target="../media/image15.jpeg"/><Relationship Id="rId10" Type="http://schemas.openxmlformats.org/officeDocument/2006/relationships/image" Target="../media/image12.gif"/><Relationship Id="rId4" Type="http://schemas.microsoft.com/office/2007/relationships/hdphoto" Target="../media/hdphoto1.wdp"/><Relationship Id="rId9" Type="http://schemas.openxmlformats.org/officeDocument/2006/relationships/hyperlink" Target="http://www.google.com.co/url?sa=i&amp;rct=j&amp;q=&amp;esrc=s&amp;frm=1&amp;source=images&amp;cd=&amp;cad=rja&amp;docid=npHcZYgruy5w8M&amp;tbnid=q0tS1llgNoGXfM:&amp;ved=0CAUQjRw&amp;url=http://neereeaa.wordpress.com/category/informatica/&amp;ei=AalkUuHDN43Y8gTnzoDoDw&amp;psig=AFQjCNFq-L9NJnHi_ZQ0gBtrlIS-0jIzSg&amp;ust=1382414939059613" TargetMode="External"/><Relationship Id="rId1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gif"/><Relationship Id="rId2" Type="http://schemas.openxmlformats.org/officeDocument/2006/relationships/hyperlink" Target="//upload.wikimedia.org/wikipedia/commons/f/fc/SPI_three_slaves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oogle.com.co/url?sa=i&amp;rct=j&amp;q=&amp;esrc=s&amp;frm=1&amp;source=images&amp;cd=&amp;cad=rja&amp;docid=K3tom_wS1lpoqM&amp;tbnid=iAe93IlXjMcxSM:&amp;ved=0CAUQjRw&amp;url=http://www.mikroe.com/chapters/view/28/chapter-10-uart-module/&amp;ei=HaxkUuXCHITo9gT5lYB4&amp;psig=AFQjCNGHxzwl1Jo2WTtcS0rsvGIRk5WB-A&amp;ust=1382415768802309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://www.google.com.co/url?sa=i&amp;rct=j&amp;q=&amp;esrc=s&amp;frm=1&amp;source=images&amp;cd=&amp;cad=rja&amp;docid=ZA-_XVx0pPgi3M&amp;tbnid=hJf_X__EdKjxpM:&amp;ved=0CAUQjRw&amp;url=http://www.totalphase.com/support/kb/10037/&amp;ei=8KtkUrCaMI7o9gTs44AI&amp;psig=AFQjCNFuaZaq5UAMj3JNmgT-IVOtR11leg&amp;ust=138241572209680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hyperlink" Target="http://www.google.com.co/url?sa=i&amp;rct=j&amp;q=&amp;esrc=s&amp;frm=1&amp;source=images&amp;cd=&amp;cad=rja&amp;docid=lIbydPpQKMS1ZM&amp;tbnid=Px4VscNIvHpUnM:&amp;ved=0CAUQjRw&amp;url=http://www.eva.uji.es/mcxcf/DocSerie.html&amp;ei=O61kUpz3F4WS9QS-vYBY&amp;psig=AFQjCNEEpSlCrpxa04gkKuSi2YcKF2sIZA&amp;ust=138241604896333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hyperlink" Target="http://www.google.com.co/url?sa=i&amp;rct=j&amp;q=&amp;esrc=s&amp;frm=1&amp;source=images&amp;cd=&amp;cad=rja&amp;docid=AVwXiGa2ulLLMM&amp;tbnid=_oKUolAxglq5SM:&amp;ved=0CAUQjRw&amp;url=http://www.avrbeginners.net/architecture/uart/uart.html&amp;ei=Uq5kUsOMHIno8QSloYDADw&amp;psig=AFQjCNF-85ytEr84k4qTYd_Z2XqLt7j8lw&amp;ust=13824163073747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 smtClean="0">
                <a:effectLst/>
              </a:rPr>
              <a:t>5. Comunicación Serial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/>
          </a:bodyPr>
          <a:lstStyle/>
          <a:p>
            <a:r>
              <a:rPr lang="es-CO" dirty="0" smtClean="0"/>
              <a:t>5.1</a:t>
            </a:r>
            <a:r>
              <a:rPr lang="es-CO" dirty="0"/>
              <a:t>. </a:t>
            </a:r>
            <a:r>
              <a:rPr lang="es-CO" dirty="0" smtClean="0"/>
              <a:t>Comunicación en Tecnología</a:t>
            </a:r>
          </a:p>
          <a:p>
            <a:r>
              <a:rPr lang="es-ES" dirty="0" smtClean="0"/>
              <a:t>5.2</a:t>
            </a:r>
            <a:r>
              <a:rPr lang="es-ES" dirty="0"/>
              <a:t>. </a:t>
            </a:r>
            <a:r>
              <a:rPr lang="es-CO" dirty="0" smtClean="0"/>
              <a:t>Comunicación Serial vs Comunicación Paralela</a:t>
            </a:r>
          </a:p>
          <a:p>
            <a:r>
              <a:rPr lang="es-ES" dirty="0" smtClean="0"/>
              <a:t>5.3</a:t>
            </a:r>
            <a:r>
              <a:rPr lang="es-ES" dirty="0"/>
              <a:t>. </a:t>
            </a:r>
            <a:r>
              <a:rPr lang="es-ES" dirty="0" smtClean="0"/>
              <a:t>Tipos de Comunicación Serial</a:t>
            </a:r>
          </a:p>
          <a:p>
            <a:r>
              <a:rPr lang="es-ES" dirty="0" smtClean="0"/>
              <a:t>5.4. Protocolo RS232</a:t>
            </a:r>
          </a:p>
          <a:p>
            <a:r>
              <a:rPr lang="es-ES" dirty="0" smtClean="0"/>
              <a:t>5.5. Módulo USART del PIC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Marzo 29 de 2016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es el proceso mediante el cual se puede transmitir información de una entidad a otra.</a:t>
            </a:r>
          </a:p>
        </p:txBody>
      </p:sp>
      <p:pic>
        <p:nvPicPr>
          <p:cNvPr id="3" name="Picture 2" descr="http://www.eoi.es/blogs/elizabethmontesdeoca/files/2012/06/Comunicacion-3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76872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570156"/>
            <a:ext cx="8064895" cy="1054250"/>
          </a:xfrm>
        </p:spPr>
        <p:txBody>
          <a:bodyPr/>
          <a:lstStyle/>
          <a:p>
            <a:r>
              <a:rPr lang="es-CO" sz="4000" dirty="0" smtClean="0"/>
              <a:t>5.1. </a:t>
            </a:r>
            <a:r>
              <a:rPr lang="es-CO" sz="4000" dirty="0"/>
              <a:t>Comunicación en </a:t>
            </a:r>
            <a:r>
              <a:rPr lang="es-CO" sz="4000" dirty="0" smtClean="0"/>
              <a:t>Tecnología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71711" y="5373216"/>
            <a:ext cx="8352928" cy="86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entre los dispositivos electrónicos es completamente análoga.</a:t>
            </a:r>
            <a:endParaRPr lang="es-CO" dirty="0"/>
          </a:p>
        </p:txBody>
      </p:sp>
      <p:pic>
        <p:nvPicPr>
          <p:cNvPr id="2052" name="Picture 4" descr="http://www.hispazone.com/imagenes/tutoriales/72-1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48880"/>
            <a:ext cx="4625512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2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790574"/>
            <a:ext cx="7987965" cy="1054250"/>
          </a:xfrm>
        </p:spPr>
        <p:txBody>
          <a:bodyPr/>
          <a:lstStyle/>
          <a:p>
            <a:r>
              <a:rPr lang="es-CO" sz="4000" dirty="0" smtClean="0"/>
              <a:t>5.2 Comunicación </a:t>
            </a:r>
            <a:r>
              <a:rPr lang="es-CO" sz="4000" dirty="0"/>
              <a:t>Serial vs Comunicación Paralela</a:t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4" name="Picture 2" descr="http://yaizaaurrecoechea.files.wordpress.com/2012/10/db.jpg?w=820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420888"/>
            <a:ext cx="2304255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ansmisión por un puerto parale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74" y="2896741"/>
            <a:ext cx="24384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ransmisión en un puerto seri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34" y="2850257"/>
            <a:ext cx="24955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271711" y="5013176"/>
            <a:ext cx="8352928" cy="1440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/>
              <a:t>La </a:t>
            </a:r>
            <a:r>
              <a:rPr lang="es-CO" b="1" i="1" dirty="0"/>
              <a:t>comunicación</a:t>
            </a:r>
            <a:r>
              <a:rPr lang="es-CO" dirty="0"/>
              <a:t> </a:t>
            </a:r>
            <a:r>
              <a:rPr lang="es-CO" dirty="0" smtClean="0"/>
              <a:t>paralela puede ser más rápida, pero requiere más canales (cables por ejemplo) para su funcionamiento.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8203990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102" name="Picture 6" descr="http://www.jasonfrasca.com/wp-content/uploads/2013/04/WIFI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67" b="100000" l="2467" r="100000">
                        <a14:foregroundMark x1="25067" y1="47133" x2="25067" y2="47133"/>
                        <a14:foregroundMark x1="42133" y1="50933" x2="42133" y2="50933"/>
                        <a14:foregroundMark x1="41067" y1="41600" x2="41067" y2="41600"/>
                        <a14:foregroundMark x1="70267" y1="37733" x2="70267" y2="37733"/>
                        <a14:foregroundMark x1="62981" y1="45913" x2="62981" y2="45913"/>
                        <a14:foregroundMark x1="82933" y1="48798" x2="82933" y2="48798"/>
                        <a14:foregroundMark x1="81731" y1="41587" x2="81731" y2="41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491781"/>
            <a:ext cx="1729307" cy="172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linuxreflejo.files.wordpress.com/2008/11/usb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990" y="4869160"/>
            <a:ext cx="1721768" cy="148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://ubuntuymas.com/wp-content/uploads/2013/03/bluetooth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886" y="2492896"/>
            <a:ext cx="1872208" cy="194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http://neereeaa.files.wordpress.com/2010/05/tcp-ip.gif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" y="4595685"/>
            <a:ext cx="2271257" cy="130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http://www.energyharvestingjournal.com/images/v5/articles/820x615/main5034.jpg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332" y="3422715"/>
            <a:ext cx="1585292" cy="11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http://www.isodaq.co.uk/content/images/m/gprs-logo.jpg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510" y="4892824"/>
            <a:ext cx="17145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 descr="Circuito electrónic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396" y="2084053"/>
            <a:ext cx="2060228" cy="99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0700" y="570156"/>
            <a:ext cx="8299772" cy="1054250"/>
          </a:xfrm>
        </p:spPr>
        <p:txBody>
          <a:bodyPr/>
          <a:lstStyle/>
          <a:p>
            <a:r>
              <a:rPr lang="es-ES" sz="4000" dirty="0" smtClean="0"/>
              <a:t>5.3</a:t>
            </a:r>
            <a:r>
              <a:rPr lang="es-ES" sz="4000" dirty="0"/>
              <a:t>. Tipos de Comunicación </a:t>
            </a:r>
            <a:r>
              <a:rPr lang="es-ES" sz="4000" dirty="0" smtClean="0"/>
              <a:t>Serial II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3" name="AutoShape 2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4" name="AutoShape 4" descr="data:image/jpeg;base64,/9j/4AAQSkZJRgABAQAAAQABAAD/2wCEAAkGBxIHBhUUBxQUFRIXGB0YGRgXGBccHhgWGx0cHR8YFiAeHC0gHR8lHhwXITEhJiorLi4uGCAzODMsNygtMCsBCgoKDg0MFA8PFysZFBksLCw3LCwsKywsLCwsNyssLCssKyw3Nyw3KysrLCwrKyssLCwsKysrKysrKysrKysrLP/AABEIAOEA4QMBIgACEQEDEQH/xAAcAAEAAgMBAQEAAAAAAAAAAAAABwgEBQYDAQL/xABNEAABAwICBAUNDAoCAwEAAAABAAIDBBEFBgcSITFBUWFxgRMXIjI2cnN0kZOhs9MIFBU3UlNUYoKSstIWIzM1QkOiscHClNFjZIMk/8QAFgEBAQEAAAAAAAAAAAAAAAAAAAEC/8QAGBEBAQEBAQAAAAAAAAAAAAAAABEBQSH/2gAMAwEAAhEDEQA/AJxREQEREBERAREQEREBERAREQEREBERAREQEREBERAREQEREBERAREQEREBERAREQEREBERAREQEREBERAREQEREBERAREQEREBERAREQEREBERAREQERYGNY1T4FRmXF5WRM43HeeJo3uPIASgz0UM5k03bS3LMF//ACz3tztjab9LnDlCjjGc5YhjTj8IVUxaf4GO6my3FqssD03KVYs7iOOUuF/vKogi8JIxv9ytPLpEwqI9lWwHvXa34QVVtrA3tQAvqlItEzSNhLzsrYRzkj+4W0w/MlFiTrYfVU8h4mSscfIDdVJXxzQ7tgClIuYiqVg+Za3BCPgqpmjA3NDiWfcddnoUh5d02zQENzFC2VvzkPYv6WOOq48xbzJSJyRafLmaKTM1PrYNM2S3bN2h7O/YbOHPax4LrcKoIiICIiAiIgIiICIiAiIgIiICIiAiKHtK+ks0730eW32eLtmmae0PDHEflcBcO13DbctDdaQtKcWXnugwYNmqhscT+ziP17ds76g3cJG4wRjGLT43XGXFpXSyHhdwDiaBsaOQABYQFtyKNQREUBERAREQEREHtR1clBVNkoXujkbta9hII5iP7cKmnR/pdbVubBmwtY82DajYGvPFKNzD9Ydifq8MIIqLl79yKA9Fekk4K9tLj7r0p7GOR38jia4/N/h73tZ7BuNirL6iIgIiICIiAiIgIi0ecczw5TwV09dtPasYDtkkO5o4uMngAJQZuNYzT4FQmXF5WxRjhdwniaBtceQAlRRj+nDsy3LlOCOCScnbyiNpvbncDyBRhmbMVRmfEzNiz9Z23VaO1jb8mMcA3XO822rUqVY7aq0r4vO+7KhsfIyGK39bXH0rx66GMfTD5mm9kuPRFjrZdJmLyxFr6x1iCDaKnabHiLYgQeUEELkgLDYiICIigIiICIiAiL0p4XVM7WUzXPe4hrWtBJc47gANpKDzRSvl3QnPVwh+YJhBf+XGA9475x7Fp5AHDlXSt0H0AHZT1n34fYqwqA0U+9Y/D/n6z78PsU6x+H/P1n34fYoVAS6bDNIOKYVQMhoKpzYmDVY0xwu1WjcAXxl1huAvsFgNgUr9Y/D/AJ+s+/D7FOsfh/z9Z9+H2KHiMuuhjH0w+ZpvZL0h0qYvFJd1UH8joYLf0sB9KknrH4f8/Wffh9ivxLoPoSz9VUVYPGXQkdI6kP7onjn8D04TRPAx6nZI3hfAS1wHevJDj9pqljLWaKTM9Lr4NKH27Zp2PYT8tp2jh27jbYSoSzTohrcGiMmFuFVGNpDGlsgHeXOv9k3PyVwuF4lNg+INmwx7o5WHY4elrgdhHG07EFwEXI6Oc7szjhZLwGVMdhLGN23c9l9uq7byg3G3YT1yqCIiAqy6VczHMmbH9TN4ICYohwbDZ7/tOG/ia1WDzdiJwjK1TPF20cL3N74NOr6bKpTW6rQBwKauPqIdynrKejbCcay1T1D4X60sTXO/XTWDyBrAWdwOuEVAqKc8+6NMOwnJ1RNhULmTRsD2uMszrBrgXbHPLTdusNo4VFeQ8FbmHN1PT1IJje5xfYkdg1jnHaNovYC/KhWgRWN6z+E/NS+el/Mos0t5ShynjMLcJDmwyxE2c5zj1RrrON3G+50ezkKFcKiknRBkmmzXFUvxprnNjLGs1XubZxDi6+qRfYY/SpE6z+E/NS+el/MkKrkvoaXRlzQS0byBsHOdwXW5VwWmxzSU2naLUhml1W6xJdFGHua2+86waL7dxKsxTUzKWnEdMxrI2iwa0ANA4gBsAQqnO/cikfThl+DBcwRSYa1rBOxznsbsAewtGsBwa2ttA2XaTvJUcICnHQTlVsGHGvrG3kkLmQ3/AIIgbOcOIucCL/JaLdsVBkjtWMkcAVvsBw8YTgkEEe6KNjPutAv6ExNZ6LmNJGPS5aylJUYcGGRrmAa4JHZPa03AIO48ah/rz4pxUnmn+1VRYdFXjrz4pxUnmn+1Trz4pxUnmn+1RYsOirx158U4qTzT/arpdHekuuzHm2KnxEU/U3h5OoxwPYsLhYl54RxIRMS+NcHdqRsUQ6esxVFCYKaie6OORrnyFpIL7EAMuNttpJHDcdMN4XXS4PWCXCpHQyt3OYbdDhucONpuDwqEXDUS6ZshtqaJ9fhLQJWDWna0ftIxvk79o2k8LQeEBSTlvETi+XqeeVuq6WGOQgbgXtDiBybVsHND2kPFwdhB4RyqoqZlPMD8sY/HU01yGmz2j+OI212c5G0fWDTwK2FPM2pga+AhzHAOaRuLSLgjnCqZmnChgeZainZ2sUrmt8GeyZ/QWqwWh2vNfo+p+qG5j1ouhjiGj7mopi67VERVHK6U/i9rPBf5Cq8rQaU/i9rPBf7BVfU1cFYPQNiPvrJZiO+CZ7fsvtID5XuHQq+KU/c+4j1DMNRA7dLEHjvonW8pEh+6mLqYs20nv/KtVE3e+CVo5yxwHpUM+58offOZZpzuigDftSuuD5I3eVT25oe0h247FGmgjBjheXZ3TDsnVDmX42wgM/GJFWUmKKfdCUHVcAp5mjbHMWE8TZGm/wDUxg8ilMyhsoaT2RBIHGBa56LjyrlNLFB8IaPqoDexglH/AMnB59DSOlBptAtH73yS55/mzvd0NDY/7sPlXX5xxP4GyrUzt7aOJ5b39rNHS4tC12i+j95aP6No/iiEnTKTIfxrntPeJe9cnshbvnmaD3jLyE/ebGOlBA2FSy0dfE7Cy4TNc3qZbtdr3sABwknZbbe9tt1NlLpDxmOkAqsGmfJbt2iZjSePU6k4/wBSh3LXdNSeMw+tYrcqYuqp52ra7Esa6rmmN8crmjVY5jmBsYJsI2u26t9bbc7Sdq0ClH3QXdRT+L/7uUXIrMweLq+MwNO500begvaP8q36qPljbmek8Zh9axW4TE1wmm34u5u/h9axVvVkNNvxdzd/D61iremmOty1o6rsy4UJ8L6j1Muc0a8habtNjsDDw8q2nWbxX/1vOu9mpK0G/F9H4WX8ZUgIVXXrN4r/AOt513s10ujnRtX5dzdFUYl1DqbA8HUkLj2TCBYFg4SFMqKlcnpFwTD8awpozPKyAB36qZ0jIy15G1rS/Ybhu1p36t94BEcYTkTA6atDsTxemnjBv1MTQMDuR5EhJHNqroPdCdy9P4yPVSqBZf2Z5ioYuVAWugb73tqWGrq2tq22attlrL9rAwH9xweCZ+ELPVRWLS38Y9Z30fqIlKugTuId4w/8LFFWlv4x6zvo/URKVdAncS7xh/4WKdXiSERFUcppT+L2s8F/sFV9Wg0p/F7WeC/yFV9TVwXR6OcR+Cs9UkhNgZRGeaUGPbyAuB6FziBxYbxGzhtB4nDaD5UVctYWE4c3C6QxwdqZJJOmWR8h9LymC14xXB4Z4u1ljZIOZzQf8rNVZR/mLH/e2l3D6cHsTDKHf/UHV6daAfeXc19KK6hkil7WRjmHmcCD/dVzztj1tLb6jW7CCpibzNgLA8c2sJPKVZNBj4dSihw+ONm5jGsHM0Af4UF6f8R985ohhbuhh1vtSu2j7sbD0qfFVLPuJfC2dKuUbjM5o72O0YPSGA9KmrjDy13TUnjMPrWK3KqNlrumpPGYfWsVuUw1Avugu6in8X/3couUo+6C7qKfxf8A3couRcbPLHdRSeMw+tYrcKpGVW62aqMDhqoPWsVt0xNcJpt+Lubv4fWsVb1ZDTb8Xc3fw+tYq3ppjIhrpYGWp5ZWN4myPaPIDZfv4UqPn5/OyfmUn6NdG9HmjKrajEXTiQve06j2gWa4gbC08C6nrLYb8uq8438iLUD/AApUfPz+dk/Mpt0AVMlTgdSal73kTgAvc5xA6m02FysvrLYb8uq8438i6nKGUqfKNI+PCjIWyO1z1RwJvYDZYDgARN1xfuhO5en8ZHqpVAsv7M8xU9e6E7l6fxkeqlUCy/szzFNXFvsB/ccHgmfhCz1gYD+44PBM/CFnqsqxaW/jHrO+j9REpV0CdxLvGH/hYoq0t/GPWd9H6iJSroE7iXeMP/CxTq8SQiIqjSZ2oDieT6uKIXc+CQNHG7VJaPKAqnNOs24VzFVrSLls5YzVJEwWheTJDxdTce1HeG7bcQB4VNXHMoiKKsfoTxL3/kKNrjd0L3xHmB1mjoY9g6F29XUNpKV75tjWNLjzNFyqk4bjlVhUZbhdRNC1xuRHI5oJta5AO+wA6FkVGaq+qp3MqaypcxwLXNdK8hzSLFrhfaCNllakamqndXSvfUdtIXPd3zyXH0kq2WUa/wCFMrUszt8kMbj3xaLjy3VS1tqPM1dQ0zY6KrqI427GtbK8ADiABsEXcWjzLiXwNl6onP8AKie8cpa0kDpNh0qorRZvZbTx8a21ZmWtrqYx1tVUSRu7Zr5XkHbfaCbHaAtUhjZZa7pqTxmH1rFblU3ikdDKHQktc0hzSDYhwNwQeAg2K3P6YYj9NqvPSf8AaG47X3QXdRT+L/7uUXLLxLE58VlDsTlklcBYGRxcQN9gSd11iKDo9HNL78z5RN3/AK4P82DJ/orUKCNAWBOqcclq5B+rhaYmnjlfYm3es3+FCndXE1wmm34u5u/h9axVvVw6+hixKlMeIRsljNrskaHNNjcXBFth2rVfoXhn0Cj/AOPF+VUrnNBvxfR+Fl/GVICxsPoIcMphHh0ccUYuQyNrWtBO8gAWWSiCIiCLPdCdy9P4yPVSqBZf2Z5irg4nhcGLQhmKQxTMB1g2RjXgOsRcBwIvYnbyrXfoXhn0Cj/48X5VFzWdgP7jg8Ez8IWevzHGIow2IANAsANgAG4DkUcaYc7twTCnUmHO/wD1TNs7VO2GJw2uPE4jY3h263AL1ELZzxQY1m2qniN2PldqkcLG2Y1w52taelTzoXojR6PoTILGRz5OhzyGnpaGnpVfcv4NJj+MxU1D20jg29u0b/E88jW3PRbhVtKGkZQUTIqUWjja1jRxNaAAPIFMXXuiIqguY0gZPjzhg3U3kMmZd0Mlu1cd4PDqusARyA7wF06IKgYvhc2C4g6HFGGOVm8HhHA5p/iaeAhYathmjKtJmmk1MXjDiL6jxsewnhY7g4NhuDYXBUPZg0LVlG4nA5GVDOBriI5OQbewdz3bzKRajBF0VRkXFKZ1paKo+y3X9LCQvD9D8R+hVfmZP+kVpEW4mypiEERdNR1Qa0EkmGSwA2knsdy04NxsUBERAREQFusBw6jqagHHa1sEfCGQ1Ekh5BaLUHPd3MVpUQWHwXSHgOB4YyDDJyyJgsB1Cp5ySep7STckneSs3rs4P9Jd5ip9kq1orUiynXZwf6S7zFT7JOuzg/0l3mKn2SrWiUiynXZwf6S7zFT7JOuzg/0l3mKn2SrWiUiynXZwf6S7zFT7JOuzg/0l3mKn2SrWtpRZbra+mElDS1Ekbtz2RPLTbZsIFjtulIsB12cH+ku8xU+yX4m0uYRGy7J3uPE2Ce/9TAPSoJ/Q/EfoVX5mT/pekOScTndaOiqb/WjLfS6wSkd3mnTXLVRFmWYjCD/Nl1S8d4wEtB5SXcyi0CXE6/sdeaeV3K58jz6SSu9wPQ5iNe4HEjHSs4dYiR/Q1h1fK8KX8nZEo8pR3oGl8xFnTSWLyOIWFmt5GgXsL33oNVosyEMp0JlxCxrJRZ1toiZsPUmnh2gFxG8gcABXeIiqCIiAiIgIiICIiAoI0saNzhcj6zAG3pzd0sTR+xO8vYPm+Ej+Df2vazuiCmiKbtIWiMVb3VGUw1jzcup9ga48cR3MP1T2J+rwwtVU76OpdHVtcyRps5jgQ5p5QdoUaeSIigIiICIiAiIgIvrQXPAYCSTYAC5JO4AcJPEpZyBoifVubPmwFke9tPuc/wAKR2g+qNp4dW1jRodGWj1+a6kTYgHMomnadoMxG9kZ36t9jnjlA23LbFwQtp4Gsp2hrGgNa1oADWgWAAG4AcC+wQtp4QyBoaxoAa1oADQNgAA2ADiX7VZEREBERAREQEREBERAREQEREBERAWjzPlKjzRBq4vEHOAs2RvYvZ3rhttyG44wt4iCA8yaGKuhcXYA9tRH8hxDJBybewdz3bzKO8TwyfCJdXFYZITu/WMc2/ekizucEq4C/EsTZoy2YBzTvBAIPOCpFqm6K0lfo9wqvv1ejhBO8xgxnyxlpWol0P4S89jFK3mml/y4pCq5IrGR6HsJaeyjmPPNJ/ghbOh0bYTRH9VRxO8LrS+sc5IVWaipZK+bUoI3yv8Akxsc8+RoJXfZc0P1+JuDsU1aWP61nyEcjGmw+04EcSsDS0sdHCG0jGsaNzWNDQOYDYvZIVy+UshUWVRrUDNea1jNJZz/ALOyzRyNA5brqERVBERAREQEREBERAREQEREBERAREQEREBERAREQEREBERAREQEREBERAREQEREBERAREQEREBERAREQEREBERAREQEREBERAREQEREBERAREQEREBERAREQEREBERAREQEREBERAREQEREBERAREQEREBERAREQEREBERAREQf/9k="/>
          <p:cNvSpPr>
            <a:spLocks noChangeAspect="1" noChangeArrowheads="1"/>
          </p:cNvSpPr>
          <p:nvPr/>
        </p:nvSpPr>
        <p:spPr bwMode="auto">
          <a:xfrm>
            <a:off x="2159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13" name="2 Subtítulo"/>
          <p:cNvSpPr txBox="1">
            <a:spLocks/>
          </p:cNvSpPr>
          <p:nvPr/>
        </p:nvSpPr>
        <p:spPr>
          <a:xfrm>
            <a:off x="1231094" y="2780928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Asíncrona</a:t>
            </a:r>
            <a:endParaRPr lang="es-CO" dirty="0"/>
          </a:p>
        </p:txBody>
      </p:sp>
      <p:sp>
        <p:nvSpPr>
          <p:cNvPr id="14" name="2 Subtítulo"/>
          <p:cNvSpPr txBox="1">
            <a:spLocks/>
          </p:cNvSpPr>
          <p:nvPr/>
        </p:nvSpPr>
        <p:spPr>
          <a:xfrm>
            <a:off x="5766849" y="2636912"/>
            <a:ext cx="1924025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Síncrona</a:t>
            </a:r>
            <a:endParaRPr lang="es-CO" dirty="0"/>
          </a:p>
        </p:txBody>
      </p:sp>
      <p:pic>
        <p:nvPicPr>
          <p:cNvPr id="5126" name="Picture 6" descr="File:SPI three slaves.sv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654" y="3266182"/>
            <a:ext cx="2230283" cy="176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://www.totalphase.com/image/articles/i2c-diagram.pn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88" y="5085184"/>
            <a:ext cx="3744416" cy="12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http://www.mikroe.com/img/publication/dspic-books/programming-pascal-dspic/chapter/10/fig10-9.gif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28" y="3429000"/>
            <a:ext cx="2389944" cy="27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2 Subtítulo"/>
          <p:cNvSpPr txBox="1">
            <a:spLocks/>
          </p:cNvSpPr>
          <p:nvPr/>
        </p:nvSpPr>
        <p:spPr>
          <a:xfrm>
            <a:off x="3149016" y="3994770"/>
            <a:ext cx="3001057" cy="648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1800" dirty="0" err="1" smtClean="0"/>
              <a:t>Microcontroladores</a:t>
            </a:r>
            <a:r>
              <a:rPr lang="es-MX" sz="1800" dirty="0" smtClean="0"/>
              <a:t>, Sensores, Memorias, Conversores ADC, etc.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80140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5.4. Protocolo </a:t>
            </a:r>
            <a:r>
              <a:rPr lang="es-ES" sz="4000" dirty="0" smtClean="0"/>
              <a:t>RS232</a:t>
            </a:r>
            <a:endParaRPr lang="es-CO" sz="4000" dirty="0"/>
          </a:p>
        </p:txBody>
      </p:sp>
      <p:pic>
        <p:nvPicPr>
          <p:cNvPr id="6146" name="Picture 2" descr="http://www.eva.uji.es/mcxcf/DocSerie_archivos/image002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92896"/>
            <a:ext cx="5616624" cy="312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/>
          <p:cNvSpPr txBox="1">
            <a:spLocks/>
          </p:cNvSpPr>
          <p:nvPr/>
        </p:nvSpPr>
        <p:spPr>
          <a:xfrm>
            <a:off x="467544" y="5805264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i="1" dirty="0" smtClean="0"/>
              <a:t>Es el protocolo fundamental, a partir de éste se han diseñado todos los demás (asíncronos).</a:t>
            </a:r>
            <a:endParaRPr lang="es-CO" sz="2200" i="1" dirty="0"/>
          </a:p>
        </p:txBody>
      </p:sp>
    </p:spTree>
    <p:extLst>
      <p:ext uri="{BB962C8B-B14F-4D97-AF65-F5344CB8AC3E}">
        <p14:creationId xmlns:p14="http://schemas.microsoft.com/office/powerpoint/2010/main" val="204926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/>
              <a:t>5.5. Módulo USART del </a:t>
            </a:r>
            <a:r>
              <a:rPr lang="es-ES" sz="4000" dirty="0" smtClean="0"/>
              <a:t>PIC</a:t>
            </a:r>
            <a:endParaRPr lang="es-CO" sz="40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67544" y="5661248"/>
            <a:ext cx="835292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/>
              <a:t>Contiene todos los </a:t>
            </a:r>
            <a:r>
              <a:rPr lang="es-ES" sz="2000" dirty="0" smtClean="0"/>
              <a:t>temporizadores, </a:t>
            </a:r>
            <a:r>
              <a:rPr lang="es-ES" sz="2000" dirty="0"/>
              <a:t>registros de desplazamiento y </a:t>
            </a:r>
            <a:r>
              <a:rPr lang="es-ES" sz="2000" i="1" dirty="0" smtClean="0"/>
              <a:t>buffers</a:t>
            </a:r>
            <a:r>
              <a:rPr lang="es-ES" sz="2000" dirty="0" smtClean="0"/>
              <a:t> </a:t>
            </a:r>
            <a:r>
              <a:rPr lang="es-ES" sz="2000" dirty="0"/>
              <a:t>necesarios para realizar una entrada o una salida </a:t>
            </a:r>
            <a:r>
              <a:rPr lang="es-ES" sz="2000" dirty="0" smtClean="0"/>
              <a:t>serial </a:t>
            </a:r>
            <a:r>
              <a:rPr lang="es-ES" sz="2000" dirty="0"/>
              <a:t>de </a:t>
            </a:r>
            <a:r>
              <a:rPr lang="es-ES" sz="2000" dirty="0" smtClean="0"/>
              <a:t>datos independientemente </a:t>
            </a:r>
            <a:r>
              <a:rPr lang="es-ES" sz="2000" dirty="0"/>
              <a:t>de la ejecución </a:t>
            </a:r>
            <a:r>
              <a:rPr lang="es-ES" sz="2000" dirty="0" smtClean="0"/>
              <a:t>normal del microcontrolador.</a:t>
            </a:r>
            <a:endParaRPr lang="es-CO" sz="2000" dirty="0"/>
          </a:p>
        </p:txBody>
      </p:sp>
      <p:pic>
        <p:nvPicPr>
          <p:cNvPr id="7170" name="Picture 2" descr="http://www.avrbeginners.net/architecture/img/uart_overview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168623"/>
            <a:ext cx="54864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25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175</TotalTime>
  <Words>196</Words>
  <Application>Microsoft Office PowerPoint</Application>
  <PresentationFormat>Presentación en pantalla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Book Antiqua</vt:lpstr>
      <vt:lpstr>Calibri</vt:lpstr>
      <vt:lpstr>Wingdings</vt:lpstr>
      <vt:lpstr>3-Sistemas Secuenciales</vt:lpstr>
      <vt:lpstr>5. Comunicación Serial</vt:lpstr>
      <vt:lpstr>5.1. Comunicación en Tecnología I</vt:lpstr>
      <vt:lpstr>5.1. Comunicación en Tecnología II</vt:lpstr>
      <vt:lpstr>5.2 Comunicación Serial vs Comunicación Paralela </vt:lpstr>
      <vt:lpstr>5.3. Tipos de Comunicación Serial I</vt:lpstr>
      <vt:lpstr>5.3. Tipos de Comunicación Serial II</vt:lpstr>
      <vt:lpstr>5.4. Protocolo RS232</vt:lpstr>
      <vt:lpstr>5.5. Módulo USART del PIC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Carlos Alejandro Trujillo Anaya</cp:lastModifiedBy>
  <cp:revision>70</cp:revision>
  <dcterms:created xsi:type="dcterms:W3CDTF">2011-02-14T00:22:22Z</dcterms:created>
  <dcterms:modified xsi:type="dcterms:W3CDTF">2016-03-29T05:39:09Z</dcterms:modified>
</cp:coreProperties>
</file>