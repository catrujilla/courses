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7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0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31/01/2016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gutierrezc@unal.edu.co" TargetMode="External"/><Relationship Id="rId2" Type="http://schemas.openxmlformats.org/officeDocument/2006/relationships/hyperlink" Target="mailto:catrujila@unal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 smtClean="0"/>
              <a:t>Taller V:</a:t>
            </a:r>
            <a:br>
              <a:rPr lang="es-CO" dirty="0" smtClean="0"/>
            </a:br>
            <a:r>
              <a:rPr lang="es-CO" dirty="0" smtClean="0"/>
              <a:t>Electrónica Digital y </a:t>
            </a:r>
            <a:r>
              <a:rPr lang="es-CO" dirty="0" err="1" smtClean="0"/>
              <a:t>Microcontroladores</a:t>
            </a:r>
            <a:r>
              <a:rPr lang="es-CO" dirty="0"/>
              <a:t>.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645024"/>
            <a:ext cx="7920880" cy="2952328"/>
          </a:xfrm>
        </p:spPr>
        <p:txBody>
          <a:bodyPr>
            <a:normAutofit fontScale="92500"/>
          </a:bodyPr>
          <a:lstStyle/>
          <a:p>
            <a:r>
              <a:rPr lang="es-CO" dirty="0" smtClean="0"/>
              <a:t>Carlos Alejandro Trujillo Anaya – </a:t>
            </a:r>
            <a:r>
              <a:rPr lang="es-CO" dirty="0" smtClean="0">
                <a:solidFill>
                  <a:schemeClr val="bg1"/>
                </a:solidFill>
                <a:hlinkClick r:id="rId2"/>
              </a:rPr>
              <a:t>catrujila@unal.edu.co</a:t>
            </a:r>
            <a:endParaRPr lang="es-CO" dirty="0" smtClean="0">
              <a:solidFill>
                <a:schemeClr val="bg1"/>
              </a:solidFill>
            </a:endParaRPr>
          </a:p>
          <a:p>
            <a:r>
              <a:rPr lang="es-CO" dirty="0" smtClean="0"/>
              <a:t>Monitor</a:t>
            </a:r>
            <a:r>
              <a:rPr lang="es-CO" dirty="0"/>
              <a:t>: </a:t>
            </a:r>
            <a:r>
              <a:rPr lang="es-CO" dirty="0" smtClean="0"/>
              <a:t>Esteban Gutiérrez Correa </a:t>
            </a:r>
            <a:r>
              <a:rPr lang="en-US" dirty="0" smtClean="0">
                <a:effectLst/>
                <a:hlinkClick r:id="rId3"/>
              </a:rPr>
              <a:t>egutierrezc@unal.edu.co</a:t>
            </a:r>
            <a:endParaRPr lang="en-US" dirty="0" smtClean="0">
              <a:effectLst/>
            </a:endParaRPr>
          </a:p>
          <a:p>
            <a:r>
              <a:rPr lang="es-CO" dirty="0" smtClean="0"/>
              <a:t>Semestre 2016-01.</a:t>
            </a:r>
            <a:endParaRPr lang="es-CO" dirty="0" smtClean="0"/>
          </a:p>
          <a:p>
            <a:r>
              <a:rPr lang="es-CO" dirty="0" smtClean="0"/>
              <a:t>Escuela de Física, Facultad de Ciencias, Universidad Nacional de Colombia - Sede Medellín.</a:t>
            </a:r>
          </a:p>
          <a:p>
            <a:r>
              <a:rPr lang="es-CO" dirty="0" smtClean="0"/>
              <a:t>Asignatura perteneciente al componente disciplinar de Ingeniería Física.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ES" dirty="0"/>
              <a:t>Adquirir </a:t>
            </a:r>
            <a:r>
              <a:rPr lang="es-ES" dirty="0" smtClean="0"/>
              <a:t>los conocimientos </a:t>
            </a:r>
            <a:r>
              <a:rPr lang="es-ES" dirty="0"/>
              <a:t>básicos </a:t>
            </a:r>
            <a:r>
              <a:rPr lang="es-ES" dirty="0" smtClean="0"/>
              <a:t>de Electrónica </a:t>
            </a:r>
            <a:r>
              <a:rPr lang="es-ES" dirty="0"/>
              <a:t>Digital para </a:t>
            </a:r>
            <a:r>
              <a:rPr lang="es-ES" dirty="0" smtClean="0"/>
              <a:t>afrontar los microcontroladores. </a:t>
            </a:r>
            <a:endParaRPr lang="es-ES" dirty="0"/>
          </a:p>
          <a:p>
            <a:pPr marL="0" indent="0" algn="just">
              <a:buNone/>
            </a:pPr>
            <a:r>
              <a:rPr lang="es-ES" dirty="0"/>
              <a:t> </a:t>
            </a:r>
            <a:endParaRPr lang="es-CO" dirty="0"/>
          </a:p>
          <a:p>
            <a:pPr algn="just"/>
            <a:r>
              <a:rPr lang="es-ES" dirty="0"/>
              <a:t>Desarrollar destrezas en el manejo de los </a:t>
            </a:r>
            <a:r>
              <a:rPr lang="es-ES" dirty="0" err="1" smtClean="0"/>
              <a:t>Microcontroladores</a:t>
            </a:r>
            <a:r>
              <a:rPr lang="es-ES" dirty="0" smtClean="0"/>
              <a:t> (PIC) </a:t>
            </a:r>
            <a:r>
              <a:rPr lang="es-ES" dirty="0"/>
              <a:t>y solucionar problemas de tipo práctico con ellos.</a:t>
            </a: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r>
              <a:rPr lang="es-ES" dirty="0"/>
              <a:t>Desarrollar habilidades en el manejo del software dedicado a la simulación, compilación y programación de </a:t>
            </a:r>
            <a:r>
              <a:rPr lang="es-ES" dirty="0" smtClean="0"/>
              <a:t>Microcontroladores.</a:t>
            </a:r>
          </a:p>
          <a:p>
            <a:pPr algn="just"/>
            <a:endParaRPr lang="es-ES" dirty="0" smtClean="0"/>
          </a:p>
          <a:p>
            <a:pPr algn="just"/>
            <a:r>
              <a:rPr lang="es-ES" dirty="0" smtClean="0"/>
              <a:t>Desarrollar habilidades en el diseño y fabricación de </a:t>
            </a:r>
            <a:r>
              <a:rPr lang="es-ES" dirty="0" err="1" smtClean="0"/>
              <a:t>PCBs</a:t>
            </a:r>
            <a:r>
              <a:rPr lang="es-ES" dirty="0" smtClean="0"/>
              <a:t>.</a:t>
            </a:r>
            <a:endParaRPr lang="es-CO" dirty="0"/>
          </a:p>
          <a:p>
            <a:pPr algn="just"/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dirty="0" smtClean="0"/>
              <a:t>Objetivos del Curso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I, Electrónica Digital.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 smtClean="0"/>
              <a:t>Introducción al mundo Digital.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49080"/>
            <a:ext cx="431482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49080"/>
            <a:ext cx="3865612" cy="211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34" y="2085206"/>
            <a:ext cx="1956048" cy="195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7" y="2234555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27265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Adicional, Diseño y Fabricación </a:t>
            </a:r>
            <a:r>
              <a:rPr lang="es-CO" sz="3000" dirty="0" err="1" smtClean="0"/>
              <a:t>PCBs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312243"/>
            <a:ext cx="7745505" cy="604589"/>
          </a:xfrm>
        </p:spPr>
        <p:txBody>
          <a:bodyPr/>
          <a:lstStyle/>
          <a:p>
            <a:r>
              <a:rPr lang="es-ES" dirty="0" smtClean="0"/>
              <a:t>Software EAGLE.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35569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76872"/>
            <a:ext cx="3744416" cy="22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encrypted-tbn2.gstatic.com/images?q=tbn:ANd9GcSMlMv1_mAXnkdSBWaTr4sCYPmtSSLA5EEadb6Tn5qkC3VkIDjPB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16" y="4797152"/>
            <a:ext cx="3048273" cy="15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ES" dirty="0" smtClean="0"/>
              <a:t>Fundamentos Microcontroladores.</a:t>
            </a:r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8292"/>
            <a:ext cx="3290182" cy="385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04968"/>
            <a:ext cx="3306950" cy="269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45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Software de Simulación y Compilación.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72" y="2132856"/>
            <a:ext cx="2088232" cy="209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04659"/>
            <a:ext cx="1724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365104"/>
            <a:ext cx="3240360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602" y="2335616"/>
            <a:ext cx="2448272" cy="199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6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Puertos, Interrupciones y Temporizadores.</a:t>
            </a:r>
            <a:endParaRPr lang="es-C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50" y="2396733"/>
            <a:ext cx="3636205" cy="23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348880"/>
            <a:ext cx="2304256" cy="244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941168"/>
            <a:ext cx="5084043" cy="175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Conversor A/D</a:t>
            </a:r>
            <a:r>
              <a:rPr lang="es-ES" dirty="0" smtClean="0"/>
              <a:t>.</a:t>
            </a:r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470242" cy="227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186018"/>
            <a:ext cx="4441676" cy="223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Módulos de Comunicación.</a:t>
            </a:r>
            <a:endParaRPr lang="es-CO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8880"/>
            <a:ext cx="3343924" cy="375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17820"/>
            <a:ext cx="4247753" cy="261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 CCP. Señal PWM.</a:t>
            </a:r>
            <a:endParaRPr lang="es-CO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2753553" cy="1461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181" y="2805757"/>
            <a:ext cx="5239291" cy="316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52" y="4389635"/>
            <a:ext cx="22098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s-CO" sz="4000" dirty="0" smtClean="0"/>
              <a:t>Metodología y Evaluación.</a:t>
            </a:r>
            <a:endParaRPr lang="es-CO" sz="4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320480"/>
          </a:xfrm>
        </p:spPr>
        <p:txBody>
          <a:bodyPr>
            <a:normAutofit/>
          </a:bodyPr>
          <a:lstStyle/>
          <a:p>
            <a:pPr lvl="0" algn="just"/>
            <a:r>
              <a:rPr lang="es-ES" dirty="0"/>
              <a:t>Exposición de </a:t>
            </a:r>
            <a:r>
              <a:rPr lang="es-ES" dirty="0" smtClean="0"/>
              <a:t>teoría y explicación de Hoja de Datos.</a:t>
            </a:r>
            <a:endParaRPr lang="es-CO" dirty="0"/>
          </a:p>
          <a:p>
            <a:pPr lvl="0" algn="just"/>
            <a:r>
              <a:rPr lang="es-ES" dirty="0"/>
              <a:t>Prácticas </a:t>
            </a:r>
            <a:r>
              <a:rPr lang="es-ES" dirty="0" smtClean="0"/>
              <a:t>con </a:t>
            </a:r>
            <a:r>
              <a:rPr lang="es-ES" dirty="0"/>
              <a:t>el fin de desarrollar destrezas</a:t>
            </a:r>
            <a:r>
              <a:rPr lang="es-ES" dirty="0" smtClean="0"/>
              <a:t>.</a:t>
            </a:r>
            <a:endParaRPr lang="es-CO" dirty="0" smtClean="0"/>
          </a:p>
          <a:p>
            <a:pPr lvl="0" algn="just"/>
            <a:r>
              <a:rPr lang="es-ES" dirty="0" smtClean="0"/>
              <a:t>Elaboración </a:t>
            </a:r>
            <a:r>
              <a:rPr lang="es-ES" dirty="0"/>
              <a:t>de un proyecto final relacionado con los temas del curso, fundamentalmente conversión AD y comunicación con PC. </a:t>
            </a:r>
            <a:endParaRPr lang="es-CO" dirty="0"/>
          </a:p>
          <a:p>
            <a:pPr algn="just"/>
            <a:r>
              <a:rPr lang="es-ES" dirty="0" smtClean="0"/>
              <a:t>Entregables del proyecto a lo largo del semestre</a:t>
            </a:r>
            <a:r>
              <a:rPr lang="es-ES" dirty="0" smtClean="0"/>
              <a:t>.</a:t>
            </a:r>
          </a:p>
          <a:p>
            <a:pPr algn="just"/>
            <a:r>
              <a:rPr lang="es-ES" dirty="0" smtClean="0"/>
              <a:t>Asistencia obligatoria.</a:t>
            </a:r>
            <a:endParaRPr lang="es-ES" dirty="0" smtClean="0"/>
          </a:p>
          <a:p>
            <a:pPr algn="just"/>
            <a:r>
              <a:rPr lang="es-ES" b="1" dirty="0" smtClean="0"/>
              <a:t>Evaluación</a:t>
            </a:r>
            <a:r>
              <a:rPr lang="es-ES" b="1" dirty="0"/>
              <a:t>:</a:t>
            </a:r>
            <a:r>
              <a:rPr lang="es-ES" dirty="0"/>
              <a:t> </a:t>
            </a:r>
            <a:endParaRPr lang="es-CO" dirty="0"/>
          </a:p>
          <a:p>
            <a:pPr marL="0" indent="0" algn="just">
              <a:buNone/>
            </a:pPr>
            <a:r>
              <a:rPr lang="es-ES" dirty="0" smtClean="0"/>
              <a:t>	Prácticas </a:t>
            </a:r>
            <a:r>
              <a:rPr lang="es-ES" dirty="0" smtClean="0"/>
              <a:t>40% </a:t>
            </a:r>
            <a:r>
              <a:rPr lang="es-ES" dirty="0" smtClean="0"/>
              <a:t>(Todas tienen el mismo valor).</a:t>
            </a:r>
          </a:p>
          <a:p>
            <a:pPr marL="0" indent="0" algn="just">
              <a:buNone/>
            </a:pPr>
            <a:r>
              <a:rPr lang="es-ES" dirty="0" smtClean="0"/>
              <a:t>	Proyecto </a:t>
            </a:r>
            <a:r>
              <a:rPr lang="es-ES" dirty="0"/>
              <a:t>Final </a:t>
            </a:r>
            <a:r>
              <a:rPr lang="es-ES" dirty="0" smtClean="0"/>
              <a:t>60</a:t>
            </a:r>
            <a:r>
              <a:rPr lang="es-ES" dirty="0" smtClean="0"/>
              <a:t>%.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96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206</TotalTime>
  <Words>226</Words>
  <Application>Microsoft Office PowerPoint</Application>
  <PresentationFormat>Presentación en pantalla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Book Antiqua</vt:lpstr>
      <vt:lpstr>Wingdings</vt:lpstr>
      <vt:lpstr>Cartoné</vt:lpstr>
      <vt:lpstr>Taller V: Electrónica Digital y Microcontroladores.</vt:lpstr>
      <vt:lpstr>Objetivos del Curso</vt:lpstr>
      <vt:lpstr>Programa – Parte I, Electrónica Digital.</vt:lpstr>
      <vt:lpstr>Programa – Parte Adicional, Diseño y Fabricación PCBs.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Metodología y Evaluación.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Carlos Alejandro Trujillo Anaya</cp:lastModifiedBy>
  <cp:revision>72</cp:revision>
  <dcterms:created xsi:type="dcterms:W3CDTF">2011-01-25T07:15:41Z</dcterms:created>
  <dcterms:modified xsi:type="dcterms:W3CDTF">2016-02-01T04:10:38Z</dcterms:modified>
</cp:coreProperties>
</file>