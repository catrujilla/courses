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notesMasterIdLst>
    <p:notesMasterId r:id="rId13"/>
  </p:notesMasterIdLst>
  <p:sldIdLst>
    <p:sldId id="256" r:id="rId2"/>
    <p:sldId id="257" r:id="rId3"/>
    <p:sldId id="259" r:id="rId4"/>
    <p:sldId id="268" r:id="rId5"/>
    <p:sldId id="258" r:id="rId6"/>
    <p:sldId id="262" r:id="rId7"/>
    <p:sldId id="260" r:id="rId8"/>
    <p:sldId id="261" r:id="rId9"/>
    <p:sldId id="265" r:id="rId10"/>
    <p:sldId id="263" r:id="rId11"/>
    <p:sldId id="266"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ción predeterminada" id="{95DD5203-7600-4D3F-9C3E-4D6D1CF3420D}">
          <p14:sldIdLst>
            <p14:sldId id="256"/>
            <p14:sldId id="257"/>
            <p14:sldId id="259"/>
            <p14:sldId id="268"/>
            <p14:sldId id="258"/>
            <p14:sldId id="262"/>
            <p14:sldId id="260"/>
            <p14:sldId id="261"/>
            <p14:sldId id="265"/>
            <p14:sldId id="263"/>
            <p14:sldId id="266"/>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FFFEE2"/>
    <a:srgbClr val="281997"/>
    <a:srgbClr val="46B846"/>
    <a:srgbClr val="2CD283"/>
    <a:srgbClr val="ED8C2B"/>
    <a:srgbClr val="840A38"/>
    <a:srgbClr val="990033"/>
    <a:srgbClr val="15107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0380" autoAdjust="0"/>
  </p:normalViewPr>
  <p:slideViewPr>
    <p:cSldViewPr>
      <p:cViewPr varScale="1">
        <p:scale>
          <a:sx n="105" d="100"/>
          <a:sy n="105" d="100"/>
        </p:scale>
        <p:origin x="176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CO"/>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5D4DB5F-8441-46BC-A2C2-D8C77AB445A6}" type="datetimeFigureOut">
              <a:rPr lang="es-CO" smtClean="0"/>
              <a:t>23/08/2017</a:t>
            </a:fld>
            <a:endParaRPr lang="es-CO"/>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CO"/>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CO"/>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8987BBB-A4C9-40A5-B74E-E45C8F585478}" type="slidenum">
              <a:rPr lang="es-CO" smtClean="0"/>
              <a:t>‹Nº›</a:t>
            </a:fld>
            <a:endParaRPr lang="es-CO"/>
          </a:p>
        </p:txBody>
      </p:sp>
    </p:spTree>
    <p:extLst>
      <p:ext uri="{BB962C8B-B14F-4D97-AF65-F5344CB8AC3E}">
        <p14:creationId xmlns:p14="http://schemas.microsoft.com/office/powerpoint/2010/main" val="33658375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10"/>
          </p:nvPr>
        </p:nvSpPr>
        <p:spPr/>
        <p:txBody>
          <a:bodyPr/>
          <a:lstStyle/>
          <a:p>
            <a:fld id="{58987BBB-A4C9-40A5-B74E-E45C8F585478}" type="slidenum">
              <a:rPr lang="es-CO" smtClean="0"/>
              <a:t>3</a:t>
            </a:fld>
            <a:endParaRPr lang="es-CO"/>
          </a:p>
        </p:txBody>
      </p:sp>
    </p:spTree>
    <p:extLst>
      <p:ext uri="{BB962C8B-B14F-4D97-AF65-F5344CB8AC3E}">
        <p14:creationId xmlns:p14="http://schemas.microsoft.com/office/powerpoint/2010/main" val="603771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028020" y="1769541"/>
            <a:ext cx="7080026" cy="1828801"/>
          </a:xfrm>
        </p:spPr>
        <p:txBody>
          <a:bodyPr anchor="b">
            <a:normAutofit/>
          </a:bodyPr>
          <a:lstStyle>
            <a:lvl1pPr algn="ctr">
              <a:defRPr sz="54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028020" y="3598339"/>
            <a:ext cx="7080026"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editar el estilo de subtítulo del patrón</a:t>
            </a:r>
            <a:endParaRPr lang="en-US" dirty="0"/>
          </a:p>
        </p:txBody>
      </p:sp>
      <p:sp>
        <p:nvSpPr>
          <p:cNvPr id="4" name="Date Placeholder 3"/>
          <p:cNvSpPr>
            <a:spLocks noGrp="1"/>
          </p:cNvSpPr>
          <p:nvPr>
            <p:ph type="dt" sz="half" idx="10"/>
          </p:nvPr>
        </p:nvSpPr>
        <p:spPr/>
        <p:txBody>
          <a:bodyPr/>
          <a:lstStyle/>
          <a:p>
            <a:fld id="{061571ED-39D6-443C-9EF8-3AD8EC129B98}" type="datetimeFigureOut">
              <a:rPr lang="es-CO" smtClean="0"/>
              <a:pPr/>
              <a:t>23/08/2017</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C6FB919A-4838-4492-BE31-B5808E3145DF}" type="slidenum">
              <a:rPr lang="es-CO" smtClean="0"/>
              <a:pPr/>
              <a:t>‹Nº›</a:t>
            </a:fld>
            <a:endParaRPr lang="es-CO"/>
          </a:p>
        </p:txBody>
      </p:sp>
    </p:spTree>
    <p:extLst>
      <p:ext uri="{BB962C8B-B14F-4D97-AF65-F5344CB8AC3E}">
        <p14:creationId xmlns:p14="http://schemas.microsoft.com/office/powerpoint/2010/main" val="25939953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061571ED-39D6-443C-9EF8-3AD8EC129B98}" type="datetimeFigureOut">
              <a:rPr lang="es-CO" smtClean="0"/>
              <a:pPr/>
              <a:t>23/08/2017</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C6FB919A-4838-4492-BE31-B5808E3145DF}" type="slidenum">
              <a:rPr lang="es-CO" smtClean="0"/>
              <a:pPr/>
              <a:t>‹Nº›</a:t>
            </a:fld>
            <a:endParaRPr lang="es-CO"/>
          </a:p>
        </p:txBody>
      </p:sp>
    </p:spTree>
    <p:extLst>
      <p:ext uri="{BB962C8B-B14F-4D97-AF65-F5344CB8AC3E}">
        <p14:creationId xmlns:p14="http://schemas.microsoft.com/office/powerpoint/2010/main" val="33973850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971551" y="1761068"/>
            <a:ext cx="7192913" cy="1828813"/>
          </a:xfrm>
        </p:spPr>
        <p:txBody>
          <a:bodyPr anchor="b"/>
          <a:lstStyle>
            <a:lvl1pPr algn="ctr">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971551" y="3589879"/>
            <a:ext cx="7192913"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Editar el estilo de texto del patrón</a:t>
            </a:r>
          </a:p>
        </p:txBody>
      </p:sp>
      <p:sp>
        <p:nvSpPr>
          <p:cNvPr id="4" name="Date Placeholder 3"/>
          <p:cNvSpPr>
            <a:spLocks noGrp="1"/>
          </p:cNvSpPr>
          <p:nvPr>
            <p:ph type="dt" sz="half" idx="10"/>
          </p:nvPr>
        </p:nvSpPr>
        <p:spPr/>
        <p:txBody>
          <a:bodyPr/>
          <a:lstStyle/>
          <a:p>
            <a:fld id="{061571ED-39D6-443C-9EF8-3AD8EC129B98}" type="datetimeFigureOut">
              <a:rPr lang="es-CO" smtClean="0"/>
              <a:pPr/>
              <a:t>23/08/2017</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C6FB919A-4838-4492-BE31-B5808E3145DF}" type="slidenum">
              <a:rPr lang="es-CO" smtClean="0"/>
              <a:pPr/>
              <a:t>‹Nº›</a:t>
            </a:fld>
            <a:endParaRPr lang="es-CO"/>
          </a:p>
        </p:txBody>
      </p:sp>
    </p:spTree>
    <p:extLst>
      <p:ext uri="{BB962C8B-B14F-4D97-AF65-F5344CB8AC3E}">
        <p14:creationId xmlns:p14="http://schemas.microsoft.com/office/powerpoint/2010/main" val="38359458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85347" y="1732449"/>
            <a:ext cx="3795373" cy="4058750"/>
          </a:xfrm>
        </p:spPr>
        <p:txBody>
          <a:bodyPr anchor="t">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4652169" y="1732450"/>
            <a:ext cx="3798499" cy="4058751"/>
          </a:xfrm>
        </p:spPr>
        <p:txBody>
          <a:bodyPr anchor="t">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061571ED-39D6-443C-9EF8-3AD8EC129B98}" type="datetimeFigureOut">
              <a:rPr lang="es-CO" smtClean="0"/>
              <a:pPr/>
              <a:t>23/08/2017</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C6FB919A-4838-4492-BE31-B5808E3145DF}" type="slidenum">
              <a:rPr lang="es-CO" smtClean="0"/>
              <a:pPr/>
              <a:t>‹Nº›</a:t>
            </a:fld>
            <a:endParaRPr lang="es-CO"/>
          </a:p>
        </p:txBody>
      </p:sp>
    </p:spTree>
    <p:extLst>
      <p:ext uri="{BB962C8B-B14F-4D97-AF65-F5344CB8AC3E}">
        <p14:creationId xmlns:p14="http://schemas.microsoft.com/office/powerpoint/2010/main" val="13935730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pic>
        <p:nvPicPr>
          <p:cNvPr id="10" name="Picture 9" descr="Slate-V2-S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345" y="1770323"/>
            <a:ext cx="3787423" cy="4112953"/>
          </a:xfrm>
          <a:prstGeom prst="rect">
            <a:avLst/>
          </a:prstGeom>
        </p:spPr>
      </p:pic>
      <p:pic>
        <p:nvPicPr>
          <p:cNvPr id="14" name="Picture 13" descr="Slate-V2-S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3245" y="1770323"/>
            <a:ext cx="3787423" cy="4112953"/>
          </a:xfrm>
          <a:prstGeom prst="rect">
            <a:avLst/>
          </a:prstGeom>
        </p:spPr>
      </p:pic>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754404" y="1835254"/>
            <a:ext cx="3657258"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Content Placeholder 3"/>
          <p:cNvSpPr>
            <a:spLocks noGrp="1"/>
          </p:cNvSpPr>
          <p:nvPr>
            <p:ph sz="half" idx="2"/>
          </p:nvPr>
        </p:nvSpPr>
        <p:spPr>
          <a:xfrm>
            <a:off x="754404" y="2380138"/>
            <a:ext cx="3657258" cy="3411063"/>
          </a:xfrm>
        </p:spPr>
        <p:txBody>
          <a:bodyPr anchor="t">
            <a:normAutofit/>
          </a:bodyPr>
          <a:lstStyle>
            <a:lvl1pPr>
              <a:defRPr sz="1800"/>
            </a:lvl1pPr>
            <a:lvl2pPr>
              <a:defRPr sz="1600"/>
            </a:lvl2pPr>
            <a:lvl3pPr>
              <a:defRPr sz="1400"/>
            </a:lvl3pPr>
            <a:lvl4pPr>
              <a:defRPr sz="1200"/>
            </a:lvl4pPr>
            <a:lvl5pPr>
              <a:defRPr sz="1200"/>
            </a:lvl5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4721225" y="1835255"/>
            <a:ext cx="3671498"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Content Placeholder 5"/>
          <p:cNvSpPr>
            <a:spLocks noGrp="1"/>
          </p:cNvSpPr>
          <p:nvPr>
            <p:ph sz="quarter" idx="4"/>
          </p:nvPr>
        </p:nvSpPr>
        <p:spPr>
          <a:xfrm>
            <a:off x="4721225" y="2380138"/>
            <a:ext cx="3671498" cy="3411063"/>
          </a:xfrm>
        </p:spPr>
        <p:txBody>
          <a:bodyPr anchor="t">
            <a:normAutofit/>
          </a:bodyPr>
          <a:lstStyle>
            <a:lvl1pPr>
              <a:defRPr sz="1800"/>
            </a:lvl1pPr>
            <a:lvl2pPr>
              <a:defRPr sz="1600"/>
            </a:lvl2pPr>
            <a:lvl3pPr>
              <a:defRPr sz="1400"/>
            </a:lvl3pPr>
            <a:lvl4pPr>
              <a:defRPr sz="1200"/>
            </a:lvl4pPr>
            <a:lvl5pPr>
              <a:defRPr sz="1200"/>
            </a:lvl5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061571ED-39D6-443C-9EF8-3AD8EC129B98}" type="datetimeFigureOut">
              <a:rPr lang="es-CO" smtClean="0"/>
              <a:pPr/>
              <a:t>23/08/2017</a:t>
            </a:fld>
            <a:endParaRPr lang="es-CO"/>
          </a:p>
        </p:txBody>
      </p:sp>
      <p:sp>
        <p:nvSpPr>
          <p:cNvPr id="8" name="Footer Placeholder 7"/>
          <p:cNvSpPr>
            <a:spLocks noGrp="1"/>
          </p:cNvSpPr>
          <p:nvPr>
            <p:ph type="ftr" sz="quarter" idx="11"/>
          </p:nvPr>
        </p:nvSpPr>
        <p:spPr/>
        <p:txBody>
          <a:bodyPr/>
          <a:lstStyle/>
          <a:p>
            <a:endParaRPr lang="es-CO"/>
          </a:p>
        </p:txBody>
      </p:sp>
      <p:sp>
        <p:nvSpPr>
          <p:cNvPr id="9" name="Slide Number Placeholder 8"/>
          <p:cNvSpPr>
            <a:spLocks noGrp="1"/>
          </p:cNvSpPr>
          <p:nvPr>
            <p:ph type="sldNum" sz="quarter" idx="12"/>
          </p:nvPr>
        </p:nvSpPr>
        <p:spPr/>
        <p:txBody>
          <a:bodyPr/>
          <a:lstStyle/>
          <a:p>
            <a:fld id="{C6FB919A-4838-4492-BE31-B5808E3145DF}" type="slidenum">
              <a:rPr lang="es-CO" smtClean="0"/>
              <a:pPr/>
              <a:t>‹Nº›</a:t>
            </a:fld>
            <a:endParaRPr lang="es-CO"/>
          </a:p>
        </p:txBody>
      </p:sp>
    </p:spTree>
    <p:extLst>
      <p:ext uri="{BB962C8B-B14F-4D97-AF65-F5344CB8AC3E}">
        <p14:creationId xmlns:p14="http://schemas.microsoft.com/office/powerpoint/2010/main" val="41067807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061571ED-39D6-443C-9EF8-3AD8EC129B98}" type="datetimeFigureOut">
              <a:rPr lang="es-CO" smtClean="0"/>
              <a:pPr/>
              <a:t>23/08/2017</a:t>
            </a:fld>
            <a:endParaRPr lang="es-CO"/>
          </a:p>
        </p:txBody>
      </p:sp>
      <p:sp>
        <p:nvSpPr>
          <p:cNvPr id="4" name="Footer Placeholder 3"/>
          <p:cNvSpPr>
            <a:spLocks noGrp="1"/>
          </p:cNvSpPr>
          <p:nvPr>
            <p:ph type="ftr" sz="quarter" idx="11"/>
          </p:nvPr>
        </p:nvSpPr>
        <p:spPr/>
        <p:txBody>
          <a:bodyPr/>
          <a:lstStyle/>
          <a:p>
            <a:endParaRPr lang="es-CO"/>
          </a:p>
        </p:txBody>
      </p:sp>
      <p:sp>
        <p:nvSpPr>
          <p:cNvPr id="5" name="Slide Number Placeholder 4"/>
          <p:cNvSpPr>
            <a:spLocks noGrp="1"/>
          </p:cNvSpPr>
          <p:nvPr>
            <p:ph type="sldNum" sz="quarter" idx="12"/>
          </p:nvPr>
        </p:nvSpPr>
        <p:spPr/>
        <p:txBody>
          <a:bodyPr/>
          <a:lstStyle/>
          <a:p>
            <a:fld id="{C6FB919A-4838-4492-BE31-B5808E3145DF}" type="slidenum">
              <a:rPr lang="es-CO" smtClean="0"/>
              <a:pPr/>
              <a:t>‹Nº›</a:t>
            </a:fld>
            <a:endParaRPr lang="es-CO"/>
          </a:p>
        </p:txBody>
      </p:sp>
    </p:spTree>
    <p:extLst>
      <p:ext uri="{BB962C8B-B14F-4D97-AF65-F5344CB8AC3E}">
        <p14:creationId xmlns:p14="http://schemas.microsoft.com/office/powerpoint/2010/main" val="12604411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61571ED-39D6-443C-9EF8-3AD8EC129B98}" type="datetimeFigureOut">
              <a:rPr lang="es-CO" smtClean="0"/>
              <a:pPr/>
              <a:t>23/08/2017</a:t>
            </a:fld>
            <a:endParaRPr lang="es-CO"/>
          </a:p>
        </p:txBody>
      </p:sp>
      <p:sp>
        <p:nvSpPr>
          <p:cNvPr id="3" name="Footer Placeholder 2"/>
          <p:cNvSpPr>
            <a:spLocks noGrp="1"/>
          </p:cNvSpPr>
          <p:nvPr>
            <p:ph type="ftr" sz="quarter" idx="11"/>
          </p:nvPr>
        </p:nvSpPr>
        <p:spPr/>
        <p:txBody>
          <a:bodyPr/>
          <a:lstStyle/>
          <a:p>
            <a:endParaRPr lang="es-CO"/>
          </a:p>
        </p:txBody>
      </p:sp>
      <p:sp>
        <p:nvSpPr>
          <p:cNvPr id="4" name="Slide Number Placeholder 3"/>
          <p:cNvSpPr>
            <a:spLocks noGrp="1"/>
          </p:cNvSpPr>
          <p:nvPr>
            <p:ph type="sldNum" sz="quarter" idx="12"/>
          </p:nvPr>
        </p:nvSpPr>
        <p:spPr/>
        <p:txBody>
          <a:bodyPr/>
          <a:lstStyle/>
          <a:p>
            <a:fld id="{C6FB919A-4838-4492-BE31-B5808E3145DF}" type="slidenum">
              <a:rPr lang="es-CO" smtClean="0"/>
              <a:pPr/>
              <a:t>‹Nº›</a:t>
            </a:fld>
            <a:endParaRPr lang="es-CO"/>
          </a:p>
        </p:txBody>
      </p:sp>
    </p:spTree>
    <p:extLst>
      <p:ext uri="{BB962C8B-B14F-4D97-AF65-F5344CB8AC3E}">
        <p14:creationId xmlns:p14="http://schemas.microsoft.com/office/powerpoint/2010/main" val="12195025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85347" y="609600"/>
            <a:ext cx="2780167" cy="1821918"/>
          </a:xfrm>
        </p:spPr>
        <p:txBody>
          <a:bodyPr anchor="b">
            <a:normAutofit/>
          </a:bodyPr>
          <a:lstStyle>
            <a:lvl1pPr algn="ctr">
              <a:defRPr sz="2400" b="0"/>
            </a:lvl1pPr>
          </a:lstStyle>
          <a:p>
            <a:r>
              <a:rPr lang="es-ES"/>
              <a:t>Haga clic para modificar el estilo de título del patrón</a:t>
            </a:r>
            <a:endParaRPr lang="en-US" dirty="0"/>
          </a:p>
        </p:txBody>
      </p:sp>
      <p:sp>
        <p:nvSpPr>
          <p:cNvPr id="3" name="Content Placeholder 2"/>
          <p:cNvSpPr>
            <a:spLocks noGrp="1"/>
          </p:cNvSpPr>
          <p:nvPr>
            <p:ph idx="1"/>
          </p:nvPr>
        </p:nvSpPr>
        <p:spPr>
          <a:xfrm>
            <a:off x="3641725" y="609600"/>
            <a:ext cx="4808943" cy="5181600"/>
          </a:xfrm>
        </p:spPr>
        <p:txBody>
          <a:bodyPr>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85347" y="2431518"/>
            <a:ext cx="2780167"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el estilo de texto del patrón</a:t>
            </a:r>
          </a:p>
        </p:txBody>
      </p:sp>
      <p:sp>
        <p:nvSpPr>
          <p:cNvPr id="5" name="Date Placeholder 4"/>
          <p:cNvSpPr>
            <a:spLocks noGrp="1"/>
          </p:cNvSpPr>
          <p:nvPr>
            <p:ph type="dt" sz="half" idx="10"/>
          </p:nvPr>
        </p:nvSpPr>
        <p:spPr/>
        <p:txBody>
          <a:bodyPr/>
          <a:lstStyle/>
          <a:p>
            <a:fld id="{061571ED-39D6-443C-9EF8-3AD8EC129B98}" type="datetimeFigureOut">
              <a:rPr lang="es-CO" smtClean="0"/>
              <a:pPr/>
              <a:t>23/08/2017</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C6FB919A-4838-4492-BE31-B5808E3145DF}" type="slidenum">
              <a:rPr lang="es-CO" smtClean="0"/>
              <a:pPr/>
              <a:t>‹Nº›</a:t>
            </a:fld>
            <a:endParaRPr lang="es-CO"/>
          </a:p>
        </p:txBody>
      </p:sp>
    </p:spTree>
    <p:extLst>
      <p:ext uri="{BB962C8B-B14F-4D97-AF65-F5344CB8AC3E}">
        <p14:creationId xmlns:p14="http://schemas.microsoft.com/office/powerpoint/2010/main" val="17118952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pic>
        <p:nvPicPr>
          <p:cNvPr id="12" name="Picture 11" descr="Slate-V2-S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44987" y="609923"/>
            <a:ext cx="3428146" cy="5205472"/>
          </a:xfrm>
          <a:prstGeom prst="rect">
            <a:avLst/>
          </a:prstGeom>
        </p:spPr>
      </p:pic>
      <p:sp>
        <p:nvSpPr>
          <p:cNvPr id="2" name="Title 1"/>
          <p:cNvSpPr>
            <a:spLocks noGrp="1"/>
          </p:cNvSpPr>
          <p:nvPr>
            <p:ph type="title"/>
          </p:nvPr>
        </p:nvSpPr>
        <p:spPr>
          <a:xfrm>
            <a:off x="685347" y="609923"/>
            <a:ext cx="3924676" cy="1829338"/>
          </a:xfrm>
        </p:spPr>
        <p:txBody>
          <a:bodyPr anchor="b">
            <a:noAutofit/>
          </a:bodyPr>
          <a:lstStyle>
            <a:lvl1pPr algn="ctr">
              <a:defRPr sz="32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4976728" y="743989"/>
            <a:ext cx="3165375"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85347" y="2439261"/>
            <a:ext cx="3924676"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el estilo de texto del patrón</a:t>
            </a:r>
          </a:p>
        </p:txBody>
      </p:sp>
      <p:sp>
        <p:nvSpPr>
          <p:cNvPr id="5" name="Date Placeholder 4"/>
          <p:cNvSpPr>
            <a:spLocks noGrp="1"/>
          </p:cNvSpPr>
          <p:nvPr>
            <p:ph type="dt" sz="half" idx="10"/>
          </p:nvPr>
        </p:nvSpPr>
        <p:spPr/>
        <p:txBody>
          <a:bodyPr/>
          <a:lstStyle/>
          <a:p>
            <a:fld id="{061571ED-39D6-443C-9EF8-3AD8EC129B98}" type="datetimeFigureOut">
              <a:rPr lang="es-CO" smtClean="0"/>
              <a:pPr/>
              <a:t>23/08/2017</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C6FB919A-4838-4492-BE31-B5808E3145DF}" type="slidenum">
              <a:rPr lang="es-CO" smtClean="0"/>
              <a:pPr/>
              <a:t>‹Nº›</a:t>
            </a:fld>
            <a:endParaRPr lang="es-CO"/>
          </a:p>
        </p:txBody>
      </p:sp>
    </p:spTree>
    <p:extLst>
      <p:ext uri="{BB962C8B-B14F-4D97-AF65-F5344CB8AC3E}">
        <p14:creationId xmlns:p14="http://schemas.microsoft.com/office/powerpoint/2010/main" val="1616610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pic>
        <p:nvPicPr>
          <p:cNvPr id="8" name="Picture 7" descr="Slate-V2-S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3995" y="540085"/>
            <a:ext cx="7656010" cy="3834374"/>
          </a:xfrm>
          <a:prstGeom prst="rect">
            <a:avLst/>
          </a:prstGeom>
        </p:spPr>
      </p:pic>
      <p:sp>
        <p:nvSpPr>
          <p:cNvPr id="2" name="Title 1"/>
          <p:cNvSpPr>
            <a:spLocks noGrp="1"/>
          </p:cNvSpPr>
          <p:nvPr>
            <p:ph type="title"/>
          </p:nvPr>
        </p:nvSpPr>
        <p:spPr>
          <a:xfrm>
            <a:off x="685354" y="4565255"/>
            <a:ext cx="7766495" cy="543472"/>
          </a:xfrm>
        </p:spPr>
        <p:txBody>
          <a:bodyPr anchor="b">
            <a:normAutofit/>
          </a:bodyPr>
          <a:lstStyle>
            <a:lvl1pPr algn="ctr">
              <a:defRPr sz="28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926217" y="695010"/>
            <a:ext cx="7285600"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85346" y="5108728"/>
            <a:ext cx="776532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Date Placeholder 4"/>
          <p:cNvSpPr>
            <a:spLocks noGrp="1"/>
          </p:cNvSpPr>
          <p:nvPr>
            <p:ph type="dt" sz="half" idx="10"/>
          </p:nvPr>
        </p:nvSpPr>
        <p:spPr/>
        <p:txBody>
          <a:bodyPr/>
          <a:lstStyle/>
          <a:p>
            <a:fld id="{061571ED-39D6-443C-9EF8-3AD8EC129B98}" type="datetimeFigureOut">
              <a:rPr lang="es-CO" smtClean="0"/>
              <a:pPr/>
              <a:t>23/08/2017</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C6FB919A-4838-4492-BE31-B5808E3145DF}" type="slidenum">
              <a:rPr lang="es-CO" smtClean="0"/>
              <a:pPr/>
              <a:t>‹Nº›</a:t>
            </a:fld>
            <a:endParaRPr lang="es-CO"/>
          </a:p>
        </p:txBody>
      </p:sp>
    </p:spTree>
    <p:extLst>
      <p:ext uri="{BB962C8B-B14F-4D97-AF65-F5344CB8AC3E}">
        <p14:creationId xmlns:p14="http://schemas.microsoft.com/office/powerpoint/2010/main" val="13601504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85346" y="608437"/>
            <a:ext cx="7765322" cy="3534344"/>
          </a:xfrm>
        </p:spPr>
        <p:txBody>
          <a:bodyPr anchor="ctr"/>
          <a:lstStyle>
            <a:lvl1pPr>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685346" y="4295180"/>
            <a:ext cx="7765322"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Date Placeholder 4"/>
          <p:cNvSpPr>
            <a:spLocks noGrp="1"/>
          </p:cNvSpPr>
          <p:nvPr>
            <p:ph type="dt" sz="half" idx="10"/>
          </p:nvPr>
        </p:nvSpPr>
        <p:spPr/>
        <p:txBody>
          <a:bodyPr/>
          <a:lstStyle/>
          <a:p>
            <a:fld id="{061571ED-39D6-443C-9EF8-3AD8EC129B98}" type="datetimeFigureOut">
              <a:rPr lang="es-CO" smtClean="0"/>
              <a:pPr/>
              <a:t>23/08/2017</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C6FB919A-4838-4492-BE31-B5808E3145DF}" type="slidenum">
              <a:rPr lang="es-CO" smtClean="0"/>
              <a:pPr/>
              <a:t>‹Nº›</a:t>
            </a:fld>
            <a:endParaRPr lang="es-CO"/>
          </a:p>
        </p:txBody>
      </p:sp>
    </p:spTree>
    <p:extLst>
      <p:ext uri="{BB962C8B-B14F-4D97-AF65-F5344CB8AC3E}">
        <p14:creationId xmlns:p14="http://schemas.microsoft.com/office/powerpoint/2010/main" val="19755896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084659" y="609600"/>
            <a:ext cx="6977064" cy="2992904"/>
          </a:xfrm>
        </p:spPr>
        <p:txBody>
          <a:bodyPr anchor="ctr"/>
          <a:lstStyle>
            <a:lvl1pPr>
              <a:defRPr sz="3200"/>
            </a:lvl1pPr>
          </a:lstStyle>
          <a:p>
            <a:r>
              <a:rPr lang="es-ES"/>
              <a:t>Haga clic para modificar el estilo de título del patrón</a:t>
            </a:r>
            <a:endParaRPr lang="en-US" dirty="0"/>
          </a:p>
        </p:txBody>
      </p:sp>
      <p:sp>
        <p:nvSpPr>
          <p:cNvPr id="12" name="Text Placeholder 3"/>
          <p:cNvSpPr>
            <a:spLocks noGrp="1"/>
          </p:cNvSpPr>
          <p:nvPr>
            <p:ph type="body" sz="half" idx="13"/>
          </p:nvPr>
        </p:nvSpPr>
        <p:spPr>
          <a:xfrm>
            <a:off x="1290484" y="3610033"/>
            <a:ext cx="6564224"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4" name="Text Placeholder 3"/>
          <p:cNvSpPr>
            <a:spLocks noGrp="1"/>
          </p:cNvSpPr>
          <p:nvPr>
            <p:ph type="body" sz="half" idx="2"/>
          </p:nvPr>
        </p:nvSpPr>
        <p:spPr>
          <a:xfrm>
            <a:off x="685346" y="4304353"/>
            <a:ext cx="7765322"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Date Placeholder 4"/>
          <p:cNvSpPr>
            <a:spLocks noGrp="1"/>
          </p:cNvSpPr>
          <p:nvPr>
            <p:ph type="dt" sz="half" idx="10"/>
          </p:nvPr>
        </p:nvSpPr>
        <p:spPr/>
        <p:txBody>
          <a:bodyPr/>
          <a:lstStyle/>
          <a:p>
            <a:fld id="{061571ED-39D6-443C-9EF8-3AD8EC129B98}" type="datetimeFigureOut">
              <a:rPr lang="es-CO" smtClean="0"/>
              <a:pPr/>
              <a:t>23/08/2017</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C6FB919A-4838-4492-BE31-B5808E3145DF}" type="slidenum">
              <a:rPr lang="es-CO" smtClean="0"/>
              <a:pPr/>
              <a:t>‹Nº›</a:t>
            </a:fld>
            <a:endParaRPr lang="es-CO"/>
          </a:p>
        </p:txBody>
      </p:sp>
      <p:sp>
        <p:nvSpPr>
          <p:cNvPr id="11" name="TextBox 10"/>
          <p:cNvSpPr txBox="1"/>
          <p:nvPr/>
        </p:nvSpPr>
        <p:spPr>
          <a:xfrm>
            <a:off x="627459" y="873912"/>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7828359" y="2933245"/>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5215257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685346" y="2126943"/>
            <a:ext cx="7765322" cy="2511835"/>
          </a:xfrm>
        </p:spPr>
        <p:txBody>
          <a:bodyPr anchor="b"/>
          <a:lstStyle>
            <a:lvl1pPr>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685339" y="4650556"/>
            <a:ext cx="776414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Date Placeholder 4"/>
          <p:cNvSpPr>
            <a:spLocks noGrp="1"/>
          </p:cNvSpPr>
          <p:nvPr>
            <p:ph type="dt" sz="half" idx="10"/>
          </p:nvPr>
        </p:nvSpPr>
        <p:spPr/>
        <p:txBody>
          <a:bodyPr/>
          <a:lstStyle/>
          <a:p>
            <a:fld id="{061571ED-39D6-443C-9EF8-3AD8EC129B98}" type="datetimeFigureOut">
              <a:rPr lang="es-CO" smtClean="0"/>
              <a:pPr/>
              <a:t>23/08/2017</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C6FB919A-4838-4492-BE31-B5808E3145DF}" type="slidenum">
              <a:rPr lang="es-CO" smtClean="0"/>
              <a:pPr/>
              <a:t>‹Nº›</a:t>
            </a:fld>
            <a:endParaRPr lang="es-CO"/>
          </a:p>
        </p:txBody>
      </p:sp>
    </p:spTree>
    <p:extLst>
      <p:ext uri="{BB962C8B-B14F-4D97-AF65-F5344CB8AC3E}">
        <p14:creationId xmlns:p14="http://schemas.microsoft.com/office/powerpoint/2010/main" val="32753206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sp>
        <p:nvSpPr>
          <p:cNvPr id="15" name="Title 1"/>
          <p:cNvSpPr>
            <a:spLocks noGrp="1"/>
          </p:cNvSpPr>
          <p:nvPr>
            <p:ph type="title"/>
          </p:nvPr>
        </p:nvSpPr>
        <p:spPr>
          <a:xfrm>
            <a:off x="685346" y="609600"/>
            <a:ext cx="7765322" cy="970450"/>
          </a:xfrm>
        </p:spPr>
        <p:txBody>
          <a:bodyPr/>
          <a:lstStyle/>
          <a:p>
            <a:r>
              <a:rPr lang="es-ES"/>
              <a:t>Haga clic para modificar el estilo de título del patrón</a:t>
            </a:r>
            <a:endParaRPr lang="en-US" dirty="0"/>
          </a:p>
        </p:txBody>
      </p:sp>
      <p:sp>
        <p:nvSpPr>
          <p:cNvPr id="7" name="Text Placeholder 2"/>
          <p:cNvSpPr>
            <a:spLocks noGrp="1"/>
          </p:cNvSpPr>
          <p:nvPr>
            <p:ph type="body" idx="1"/>
          </p:nvPr>
        </p:nvSpPr>
        <p:spPr>
          <a:xfrm>
            <a:off x="685346" y="1885950"/>
            <a:ext cx="2475738"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8" name="Text Placeholder 3"/>
          <p:cNvSpPr>
            <a:spLocks noGrp="1"/>
          </p:cNvSpPr>
          <p:nvPr>
            <p:ph type="body" sz="half" idx="15"/>
          </p:nvPr>
        </p:nvSpPr>
        <p:spPr>
          <a:xfrm>
            <a:off x="685346" y="2571750"/>
            <a:ext cx="2475738"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el estilo de texto del patrón</a:t>
            </a:r>
          </a:p>
        </p:txBody>
      </p:sp>
      <p:sp>
        <p:nvSpPr>
          <p:cNvPr id="9" name="Text Placeholder 4"/>
          <p:cNvSpPr>
            <a:spLocks noGrp="1"/>
          </p:cNvSpPr>
          <p:nvPr>
            <p:ph type="body" sz="quarter" idx="3"/>
          </p:nvPr>
        </p:nvSpPr>
        <p:spPr>
          <a:xfrm>
            <a:off x="3335033" y="1885950"/>
            <a:ext cx="2475738"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10" name="Text Placeholder 3"/>
          <p:cNvSpPr>
            <a:spLocks noGrp="1"/>
          </p:cNvSpPr>
          <p:nvPr>
            <p:ph type="body" sz="half" idx="16"/>
          </p:nvPr>
        </p:nvSpPr>
        <p:spPr>
          <a:xfrm>
            <a:off x="3331076" y="2571750"/>
            <a:ext cx="2475738"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el estilo de texto del patrón</a:t>
            </a:r>
          </a:p>
        </p:txBody>
      </p:sp>
      <p:sp>
        <p:nvSpPr>
          <p:cNvPr id="11" name="Text Placeholder 4"/>
          <p:cNvSpPr>
            <a:spLocks noGrp="1"/>
          </p:cNvSpPr>
          <p:nvPr>
            <p:ph type="body" sz="quarter" idx="13"/>
          </p:nvPr>
        </p:nvSpPr>
        <p:spPr>
          <a:xfrm>
            <a:off x="5974929" y="1885950"/>
            <a:ext cx="2475738"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12" name="Text Placeholder 3"/>
          <p:cNvSpPr>
            <a:spLocks noGrp="1"/>
          </p:cNvSpPr>
          <p:nvPr>
            <p:ph type="body" sz="half" idx="17"/>
          </p:nvPr>
        </p:nvSpPr>
        <p:spPr>
          <a:xfrm>
            <a:off x="5974929" y="2571750"/>
            <a:ext cx="2475738"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el estilo de texto del patrón</a:t>
            </a:r>
          </a:p>
        </p:txBody>
      </p:sp>
      <p:sp>
        <p:nvSpPr>
          <p:cNvPr id="3" name="Date Placeholder 2"/>
          <p:cNvSpPr>
            <a:spLocks noGrp="1"/>
          </p:cNvSpPr>
          <p:nvPr>
            <p:ph type="dt" sz="half" idx="10"/>
          </p:nvPr>
        </p:nvSpPr>
        <p:spPr/>
        <p:txBody>
          <a:bodyPr/>
          <a:lstStyle/>
          <a:p>
            <a:fld id="{061571ED-39D6-443C-9EF8-3AD8EC129B98}" type="datetimeFigureOut">
              <a:rPr lang="es-CO" smtClean="0"/>
              <a:pPr/>
              <a:t>23/08/2017</a:t>
            </a:fld>
            <a:endParaRPr lang="es-CO"/>
          </a:p>
        </p:txBody>
      </p:sp>
      <p:sp>
        <p:nvSpPr>
          <p:cNvPr id="4" name="Footer Placeholder 3"/>
          <p:cNvSpPr>
            <a:spLocks noGrp="1"/>
          </p:cNvSpPr>
          <p:nvPr>
            <p:ph type="ftr" sz="quarter" idx="11"/>
          </p:nvPr>
        </p:nvSpPr>
        <p:spPr/>
        <p:txBody>
          <a:bodyPr/>
          <a:lstStyle/>
          <a:p>
            <a:endParaRPr lang="es-CO"/>
          </a:p>
        </p:txBody>
      </p:sp>
      <p:sp>
        <p:nvSpPr>
          <p:cNvPr id="5" name="Slide Number Placeholder 4"/>
          <p:cNvSpPr>
            <a:spLocks noGrp="1"/>
          </p:cNvSpPr>
          <p:nvPr>
            <p:ph type="sldNum" sz="quarter" idx="12"/>
          </p:nvPr>
        </p:nvSpPr>
        <p:spPr/>
        <p:txBody>
          <a:bodyPr/>
          <a:lstStyle/>
          <a:p>
            <a:fld id="{C6FB919A-4838-4492-BE31-B5808E3145DF}" type="slidenum">
              <a:rPr lang="es-CO" smtClean="0"/>
              <a:pPr/>
              <a:t>‹Nº›</a:t>
            </a:fld>
            <a:endParaRPr lang="es-CO"/>
          </a:p>
        </p:txBody>
      </p:sp>
    </p:spTree>
    <p:extLst>
      <p:ext uri="{BB962C8B-B14F-4D97-AF65-F5344CB8AC3E}">
        <p14:creationId xmlns:p14="http://schemas.microsoft.com/office/powerpoint/2010/main" val="12400000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pic>
        <p:nvPicPr>
          <p:cNvPr id="6" name="Picture 5" descr="Slate-V2-S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9239" y="1826045"/>
            <a:ext cx="2529046" cy="1833558"/>
          </a:xfrm>
          <a:prstGeom prst="rect">
            <a:avLst/>
          </a:prstGeom>
        </p:spPr>
      </p:pic>
      <p:pic>
        <p:nvPicPr>
          <p:cNvPr id="28" name="Picture 27" descr="Slate-V2-S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93813" y="1826045"/>
            <a:ext cx="2529046" cy="1833558"/>
          </a:xfrm>
          <a:prstGeom prst="rect">
            <a:avLst/>
          </a:prstGeom>
        </p:spPr>
      </p:pic>
      <p:pic>
        <p:nvPicPr>
          <p:cNvPr id="29" name="Picture 28" descr="Slate-V2-S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21715" y="1826045"/>
            <a:ext cx="2529046" cy="1833558"/>
          </a:xfrm>
          <a:prstGeom prst="rect">
            <a:avLst/>
          </a:prstGeom>
        </p:spPr>
      </p:pic>
      <p:sp>
        <p:nvSpPr>
          <p:cNvPr id="30" name="Title 1"/>
          <p:cNvSpPr>
            <a:spLocks noGrp="1"/>
          </p:cNvSpPr>
          <p:nvPr>
            <p:ph type="title"/>
          </p:nvPr>
        </p:nvSpPr>
        <p:spPr>
          <a:xfrm>
            <a:off x="685346" y="609600"/>
            <a:ext cx="7765322" cy="970450"/>
          </a:xfrm>
        </p:spPr>
        <p:txBody>
          <a:bodyPr/>
          <a:lstStyle/>
          <a:p>
            <a:r>
              <a:rPr lang="es-ES"/>
              <a:t>Haga clic para modificar el estilo de título del patrón</a:t>
            </a:r>
            <a:endParaRPr lang="en-US" dirty="0"/>
          </a:p>
        </p:txBody>
      </p:sp>
      <p:sp>
        <p:nvSpPr>
          <p:cNvPr id="19" name="Text Placeholder 2"/>
          <p:cNvSpPr>
            <a:spLocks noGrp="1"/>
          </p:cNvSpPr>
          <p:nvPr>
            <p:ph type="body" idx="1"/>
          </p:nvPr>
        </p:nvSpPr>
        <p:spPr>
          <a:xfrm>
            <a:off x="685346" y="3904106"/>
            <a:ext cx="2475738"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20" name="Picture Placeholder 2"/>
          <p:cNvSpPr>
            <a:spLocks noGrp="1" noChangeAspect="1"/>
          </p:cNvSpPr>
          <p:nvPr>
            <p:ph type="pic" idx="15"/>
          </p:nvPr>
        </p:nvSpPr>
        <p:spPr>
          <a:xfrm>
            <a:off x="763577" y="1938918"/>
            <a:ext cx="2319276"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1" name="Text Placeholder 3"/>
          <p:cNvSpPr>
            <a:spLocks noGrp="1"/>
          </p:cNvSpPr>
          <p:nvPr>
            <p:ph type="body" sz="half" idx="18"/>
          </p:nvPr>
        </p:nvSpPr>
        <p:spPr>
          <a:xfrm>
            <a:off x="685346" y="4480369"/>
            <a:ext cx="2475738"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el estilo de texto del patrón</a:t>
            </a:r>
          </a:p>
        </p:txBody>
      </p:sp>
      <p:sp>
        <p:nvSpPr>
          <p:cNvPr id="22" name="Text Placeholder 4"/>
          <p:cNvSpPr>
            <a:spLocks noGrp="1"/>
          </p:cNvSpPr>
          <p:nvPr>
            <p:ph type="body" sz="quarter" idx="3"/>
          </p:nvPr>
        </p:nvSpPr>
        <p:spPr>
          <a:xfrm>
            <a:off x="3332091" y="3904106"/>
            <a:ext cx="2475738"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23" name="Picture Placeholder 2"/>
          <p:cNvSpPr>
            <a:spLocks noGrp="1" noChangeAspect="1"/>
          </p:cNvSpPr>
          <p:nvPr>
            <p:ph type="pic" idx="21"/>
          </p:nvPr>
        </p:nvSpPr>
        <p:spPr>
          <a:xfrm>
            <a:off x="3409307" y="1939094"/>
            <a:ext cx="2319276"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4" name="Text Placeholder 3"/>
          <p:cNvSpPr>
            <a:spLocks noGrp="1"/>
          </p:cNvSpPr>
          <p:nvPr>
            <p:ph type="body" sz="half" idx="19"/>
          </p:nvPr>
        </p:nvSpPr>
        <p:spPr>
          <a:xfrm>
            <a:off x="3331075" y="4480368"/>
            <a:ext cx="2476753"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el estilo de texto del patrón</a:t>
            </a:r>
          </a:p>
        </p:txBody>
      </p:sp>
      <p:sp>
        <p:nvSpPr>
          <p:cNvPr id="25" name="Text Placeholder 4"/>
          <p:cNvSpPr>
            <a:spLocks noGrp="1"/>
          </p:cNvSpPr>
          <p:nvPr>
            <p:ph type="body" sz="quarter" idx="13"/>
          </p:nvPr>
        </p:nvSpPr>
        <p:spPr>
          <a:xfrm>
            <a:off x="5975023" y="3904106"/>
            <a:ext cx="2475738"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26" name="Picture Placeholder 2"/>
          <p:cNvSpPr>
            <a:spLocks noGrp="1" noChangeAspect="1"/>
          </p:cNvSpPr>
          <p:nvPr>
            <p:ph type="pic" idx="22"/>
          </p:nvPr>
        </p:nvSpPr>
        <p:spPr>
          <a:xfrm>
            <a:off x="6056774" y="1934432"/>
            <a:ext cx="2319276"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7" name="Text Placeholder 3"/>
          <p:cNvSpPr>
            <a:spLocks noGrp="1"/>
          </p:cNvSpPr>
          <p:nvPr>
            <p:ph type="body" sz="half" idx="20"/>
          </p:nvPr>
        </p:nvSpPr>
        <p:spPr>
          <a:xfrm>
            <a:off x="5974929" y="4480366"/>
            <a:ext cx="2475738"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el estilo de texto del patrón</a:t>
            </a:r>
          </a:p>
        </p:txBody>
      </p:sp>
      <p:sp>
        <p:nvSpPr>
          <p:cNvPr id="3" name="Date Placeholder 2"/>
          <p:cNvSpPr>
            <a:spLocks noGrp="1"/>
          </p:cNvSpPr>
          <p:nvPr>
            <p:ph type="dt" sz="half" idx="10"/>
          </p:nvPr>
        </p:nvSpPr>
        <p:spPr/>
        <p:txBody>
          <a:bodyPr/>
          <a:lstStyle/>
          <a:p>
            <a:fld id="{061571ED-39D6-443C-9EF8-3AD8EC129B98}" type="datetimeFigureOut">
              <a:rPr lang="es-CO" smtClean="0"/>
              <a:pPr/>
              <a:t>23/08/2017</a:t>
            </a:fld>
            <a:endParaRPr lang="es-CO"/>
          </a:p>
        </p:txBody>
      </p:sp>
      <p:sp>
        <p:nvSpPr>
          <p:cNvPr id="4" name="Footer Placeholder 3"/>
          <p:cNvSpPr>
            <a:spLocks noGrp="1"/>
          </p:cNvSpPr>
          <p:nvPr>
            <p:ph type="ftr" sz="quarter" idx="11"/>
          </p:nvPr>
        </p:nvSpPr>
        <p:spPr/>
        <p:txBody>
          <a:bodyPr/>
          <a:lstStyle/>
          <a:p>
            <a:endParaRPr lang="es-CO"/>
          </a:p>
        </p:txBody>
      </p:sp>
      <p:sp>
        <p:nvSpPr>
          <p:cNvPr id="5" name="Slide Number Placeholder 4"/>
          <p:cNvSpPr>
            <a:spLocks noGrp="1"/>
          </p:cNvSpPr>
          <p:nvPr>
            <p:ph type="sldNum" sz="quarter" idx="12"/>
          </p:nvPr>
        </p:nvSpPr>
        <p:spPr/>
        <p:txBody>
          <a:bodyPr/>
          <a:lstStyle/>
          <a:p>
            <a:fld id="{C6FB919A-4838-4492-BE31-B5808E3145DF}" type="slidenum">
              <a:rPr lang="es-CO" smtClean="0"/>
              <a:pPr/>
              <a:t>‹Nº›</a:t>
            </a:fld>
            <a:endParaRPr lang="es-CO"/>
          </a:p>
        </p:txBody>
      </p:sp>
    </p:spTree>
    <p:extLst>
      <p:ext uri="{BB962C8B-B14F-4D97-AF65-F5344CB8AC3E}">
        <p14:creationId xmlns:p14="http://schemas.microsoft.com/office/powerpoint/2010/main" val="29736229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061571ED-39D6-443C-9EF8-3AD8EC129B98}" type="datetimeFigureOut">
              <a:rPr lang="es-CO" smtClean="0"/>
              <a:pPr/>
              <a:t>23/08/2017</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C6FB919A-4838-4492-BE31-B5808E3145DF}" type="slidenum">
              <a:rPr lang="es-CO" smtClean="0"/>
              <a:pPr/>
              <a:t>‹Nº›</a:t>
            </a:fld>
            <a:endParaRPr lang="es-CO"/>
          </a:p>
        </p:txBody>
      </p:sp>
    </p:spTree>
    <p:extLst>
      <p:ext uri="{BB962C8B-B14F-4D97-AF65-F5344CB8AC3E}">
        <p14:creationId xmlns:p14="http://schemas.microsoft.com/office/powerpoint/2010/main" val="299849947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37302" y="609600"/>
            <a:ext cx="1713365" cy="5181601"/>
          </a:xfrm>
        </p:spPr>
        <p:txBody>
          <a:bodyPr vert="eaVert"/>
          <a:lstStyle>
            <a:lvl1pPr algn="l">
              <a:defRPr/>
            </a:lvl1p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85347" y="609600"/>
            <a:ext cx="5937654" cy="5181601"/>
          </a:xfrm>
        </p:spPr>
        <p:txBody>
          <a:bodyPr vert="eaVert" ancho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061571ED-39D6-443C-9EF8-3AD8EC129B98}" type="datetimeFigureOut">
              <a:rPr lang="es-CO" smtClean="0"/>
              <a:pPr/>
              <a:t>23/08/2017</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C6FB919A-4838-4492-BE31-B5808E3145DF}" type="slidenum">
              <a:rPr lang="es-CO" smtClean="0"/>
              <a:pPr/>
              <a:t>‹Nº›</a:t>
            </a:fld>
            <a:endParaRPr lang="es-CO"/>
          </a:p>
        </p:txBody>
      </p:sp>
    </p:spTree>
    <p:extLst>
      <p:ext uri="{BB962C8B-B14F-4D97-AF65-F5344CB8AC3E}">
        <p14:creationId xmlns:p14="http://schemas.microsoft.com/office/powerpoint/2010/main" val="12704548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346" y="609600"/>
            <a:ext cx="776532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85346" y="1732450"/>
            <a:ext cx="776532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759052" y="5883276"/>
            <a:ext cx="20574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061571ED-39D6-443C-9EF8-3AD8EC129B98}" type="datetimeFigureOut">
              <a:rPr lang="es-CO" smtClean="0"/>
              <a:pPr/>
              <a:t>23/08/2017</a:t>
            </a:fld>
            <a:endParaRPr lang="es-CO"/>
          </a:p>
        </p:txBody>
      </p:sp>
      <p:sp>
        <p:nvSpPr>
          <p:cNvPr id="5" name="Footer Placeholder 4"/>
          <p:cNvSpPr>
            <a:spLocks noGrp="1"/>
          </p:cNvSpPr>
          <p:nvPr>
            <p:ph type="ftr" sz="quarter" idx="3"/>
          </p:nvPr>
        </p:nvSpPr>
        <p:spPr>
          <a:xfrm>
            <a:off x="685347" y="5883276"/>
            <a:ext cx="5004649"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s-CO"/>
          </a:p>
        </p:txBody>
      </p:sp>
      <p:sp>
        <p:nvSpPr>
          <p:cNvPr id="6" name="Slide Number Placeholder 5"/>
          <p:cNvSpPr>
            <a:spLocks noGrp="1"/>
          </p:cNvSpPr>
          <p:nvPr>
            <p:ph type="sldNum" sz="quarter" idx="4"/>
          </p:nvPr>
        </p:nvSpPr>
        <p:spPr>
          <a:xfrm>
            <a:off x="7885509" y="5883276"/>
            <a:ext cx="565159"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C6FB919A-4838-4492-BE31-B5808E3145DF}" type="slidenum">
              <a:rPr lang="es-CO" smtClean="0"/>
              <a:pPr/>
              <a:t>‹Nº›</a:t>
            </a:fld>
            <a:endParaRPr lang="es-CO"/>
          </a:p>
        </p:txBody>
      </p:sp>
    </p:spTree>
    <p:extLst>
      <p:ext uri="{BB962C8B-B14F-4D97-AF65-F5344CB8AC3E}">
        <p14:creationId xmlns:p14="http://schemas.microsoft.com/office/powerpoint/2010/main" val="1127123307"/>
      </p:ext>
    </p:extLst>
  </p:cSld>
  <p:clrMap bg1="dk1" tx1="lt1" bg2="dk2" tx2="lt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 id="2147483744" r:id="rId12"/>
    <p:sldLayoutId id="2147483745" r:id="rId13"/>
    <p:sldLayoutId id="2147483746" r:id="rId14"/>
    <p:sldLayoutId id="2147483747" r:id="rId15"/>
    <p:sldLayoutId id="2147483748" r:id="rId16"/>
    <p:sldLayoutId id="2147483749"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4.gi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683568" y="476672"/>
            <a:ext cx="7772400" cy="1827634"/>
          </a:xfrm>
        </p:spPr>
        <p:txBody>
          <a:bodyPr>
            <a:normAutofit/>
          </a:bodyPr>
          <a:lstStyle/>
          <a:p>
            <a:r>
              <a:rPr lang="es-ES" sz="5600" dirty="0">
                <a:effectLst/>
              </a:rPr>
              <a:t>4. </a:t>
            </a:r>
            <a:r>
              <a:rPr lang="es-ES" sz="5600" dirty="0" err="1">
                <a:effectLst/>
              </a:rPr>
              <a:t>Microcontroladores</a:t>
            </a:r>
            <a:r>
              <a:rPr lang="es-ES" sz="5600" dirty="0">
                <a:effectLst/>
              </a:rPr>
              <a:t>.</a:t>
            </a:r>
            <a:endParaRPr lang="es-CO" sz="5600" dirty="0"/>
          </a:p>
        </p:txBody>
      </p:sp>
      <p:sp>
        <p:nvSpPr>
          <p:cNvPr id="3" name="2 Subtítulo"/>
          <p:cNvSpPr>
            <a:spLocks noGrp="1"/>
          </p:cNvSpPr>
          <p:nvPr>
            <p:ph type="subTitle" idx="1"/>
          </p:nvPr>
        </p:nvSpPr>
        <p:spPr>
          <a:xfrm>
            <a:off x="1403648" y="3645024"/>
            <a:ext cx="6400800" cy="3024336"/>
          </a:xfrm>
        </p:spPr>
        <p:txBody>
          <a:bodyPr>
            <a:normAutofit fontScale="85000" lnSpcReduction="20000"/>
          </a:bodyPr>
          <a:lstStyle/>
          <a:p>
            <a:r>
              <a:rPr lang="es-CO" dirty="0"/>
              <a:t>4.1. ¿Qué es un </a:t>
            </a:r>
            <a:r>
              <a:rPr lang="es-CO" dirty="0" err="1"/>
              <a:t>microcontrolador</a:t>
            </a:r>
            <a:r>
              <a:rPr lang="es-CO" dirty="0"/>
              <a:t>?</a:t>
            </a:r>
          </a:p>
          <a:p>
            <a:r>
              <a:rPr lang="es-ES" dirty="0"/>
              <a:t>4.2. </a:t>
            </a:r>
            <a:r>
              <a:rPr lang="es-CO" dirty="0"/>
              <a:t>Procedimiento para hacer funcionar un </a:t>
            </a:r>
            <a:r>
              <a:rPr lang="es-CO" dirty="0" err="1"/>
              <a:t>microcontrolador</a:t>
            </a:r>
            <a:r>
              <a:rPr lang="es-CO" dirty="0"/>
              <a:t>.</a:t>
            </a:r>
          </a:p>
          <a:p>
            <a:r>
              <a:rPr lang="es-ES" dirty="0"/>
              <a:t>4.3. Estructura de un </a:t>
            </a:r>
            <a:r>
              <a:rPr lang="es-ES" dirty="0" err="1"/>
              <a:t>microcontrolador</a:t>
            </a:r>
            <a:r>
              <a:rPr lang="es-ES" dirty="0"/>
              <a:t>.</a:t>
            </a:r>
          </a:p>
          <a:p>
            <a:r>
              <a:rPr lang="es-ES" dirty="0"/>
              <a:t>4.4. CPU del </a:t>
            </a:r>
            <a:r>
              <a:rPr lang="es-ES" dirty="0" err="1"/>
              <a:t>microcontrolador</a:t>
            </a:r>
            <a:r>
              <a:rPr lang="es-ES" dirty="0"/>
              <a:t>.</a:t>
            </a:r>
          </a:p>
          <a:p>
            <a:r>
              <a:rPr lang="es-ES" dirty="0"/>
              <a:t>4.5. </a:t>
            </a:r>
            <a:r>
              <a:rPr lang="es-ES" dirty="0" err="1"/>
              <a:t>Resgistros</a:t>
            </a:r>
            <a:r>
              <a:rPr lang="es-ES" dirty="0"/>
              <a:t>.</a:t>
            </a:r>
          </a:p>
          <a:p>
            <a:r>
              <a:rPr lang="es-ES" dirty="0"/>
              <a:t>4.6. Puertos.</a:t>
            </a:r>
          </a:p>
          <a:p>
            <a:r>
              <a:rPr lang="es-ES" dirty="0"/>
              <a:t>4.7. Memorias.</a:t>
            </a:r>
          </a:p>
          <a:p>
            <a:r>
              <a:rPr lang="es-ES" dirty="0"/>
              <a:t>4.8. Osciladores.</a:t>
            </a:r>
          </a:p>
          <a:p>
            <a:r>
              <a:rPr lang="es-ES" dirty="0"/>
              <a:t>4.9. </a:t>
            </a:r>
            <a:r>
              <a:rPr lang="es-CO" dirty="0"/>
              <a:t>Tipos de </a:t>
            </a:r>
            <a:r>
              <a:rPr lang="es-CO" dirty="0" err="1"/>
              <a:t>microntroladores</a:t>
            </a:r>
            <a:r>
              <a:rPr lang="es-ES" dirty="0"/>
              <a:t>.</a:t>
            </a:r>
          </a:p>
        </p:txBody>
      </p:sp>
      <p:sp>
        <p:nvSpPr>
          <p:cNvPr id="4" name="3 Rectángulo"/>
          <p:cNvSpPr/>
          <p:nvPr/>
        </p:nvSpPr>
        <p:spPr>
          <a:xfrm>
            <a:off x="7690874" y="6680393"/>
            <a:ext cx="628698" cy="276999"/>
          </a:xfrm>
          <a:prstGeom prst="rect">
            <a:avLst/>
          </a:prstGeom>
        </p:spPr>
        <p:txBody>
          <a:bodyPr wrap="none">
            <a:spAutoFit/>
          </a:bodyPr>
          <a:lstStyle/>
          <a:p>
            <a:r>
              <a:rPr lang="es-ES" sz="1200" dirty="0"/>
              <a:t>CATA</a:t>
            </a:r>
            <a:endParaRPr lang="es-CO" sz="1200" dirty="0"/>
          </a:p>
        </p:txBody>
      </p:sp>
      <p:sp>
        <p:nvSpPr>
          <p:cNvPr id="5" name="2 Subtítulo"/>
          <p:cNvSpPr txBox="1">
            <a:spLocks/>
          </p:cNvSpPr>
          <p:nvPr/>
        </p:nvSpPr>
        <p:spPr>
          <a:xfrm>
            <a:off x="-108520" y="476672"/>
            <a:ext cx="4032448" cy="576064"/>
          </a:xfrm>
          <a:prstGeom prst="rect">
            <a:avLst/>
          </a:prstGeom>
        </p:spPr>
        <p:txBody>
          <a:bodyPr vert="horz" lIns="91440" tIns="45720" rIns="91440" bIns="45720" rtlCol="0">
            <a:normAutofit fontScale="77500" lnSpcReduction="20000"/>
          </a:bodyPr>
          <a:lstStyle>
            <a:lvl1pPr marL="0" indent="0" algn="ctr" defTabSz="914400" rtl="0" eaLnBrk="1" latinLnBrk="0" hangingPunct="1">
              <a:spcBef>
                <a:spcPct val="20000"/>
              </a:spcBef>
              <a:buClr>
                <a:schemeClr val="accent1"/>
              </a:buClr>
              <a:buFont typeface="Wingdings" pitchFamily="2" charset="2"/>
              <a:buNone/>
              <a:defRPr sz="2400" kern="1200">
                <a:solidFill>
                  <a:schemeClr val="tx1"/>
                </a:solidFill>
                <a:effectLst>
                  <a:outerShdw blurRad="34925" dist="12700" dir="14400000" rotWithShape="0">
                    <a:prstClr val="black">
                      <a:alpha val="21000"/>
                    </a:prstClr>
                  </a:outerShdw>
                </a:effectLst>
                <a:latin typeface="+mn-lt"/>
                <a:ea typeface="+mn-ea"/>
                <a:cs typeface="+mn-cs"/>
              </a:defRPr>
            </a:lvl1pPr>
            <a:lvl2pPr marL="457200" indent="0" algn="ctr" defTabSz="914400" rtl="0" eaLnBrk="1" latinLnBrk="0" hangingPunct="1">
              <a:spcBef>
                <a:spcPct val="20000"/>
              </a:spcBef>
              <a:buClr>
                <a:schemeClr val="accent1"/>
              </a:buClr>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ct val="20000"/>
              </a:spcBef>
              <a:buClr>
                <a:schemeClr val="accent1"/>
              </a:buClr>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ct val="20000"/>
              </a:spcBef>
              <a:buClr>
                <a:schemeClr val="accent1"/>
              </a:buClr>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ct val="20000"/>
              </a:spcBef>
              <a:buClr>
                <a:schemeClr val="accent1"/>
              </a:buClr>
              <a:buFont typeface="Wingdings" pitchFamily="2" charset="2"/>
              <a:buNone/>
              <a:defRPr sz="1600" kern="1200">
                <a:solidFill>
                  <a:schemeClr val="tx1">
                    <a:tint val="75000"/>
                  </a:schemeClr>
                </a:solidFill>
                <a:latin typeface="+mn-lt"/>
                <a:ea typeface="+mn-ea"/>
                <a:cs typeface="+mn-cs"/>
              </a:defRPr>
            </a:lvl5pPr>
            <a:lvl6pPr marL="2286000" indent="0" algn="ctr" defTabSz="914400" rtl="0" eaLnBrk="1" latinLnBrk="0" hangingPunct="1">
              <a:spcBef>
                <a:spcPts val="400"/>
              </a:spcBef>
              <a:buClr>
                <a:schemeClr val="accent1"/>
              </a:buClr>
              <a:buFont typeface="Wingdings" pitchFamily="2" charset="2"/>
              <a:buNone/>
              <a:defRPr sz="1400" kern="1200">
                <a:solidFill>
                  <a:schemeClr val="tx1">
                    <a:tint val="75000"/>
                  </a:schemeClr>
                </a:solidFill>
                <a:latin typeface="+mn-lt"/>
                <a:ea typeface="+mn-ea"/>
                <a:cs typeface="+mn-cs"/>
              </a:defRPr>
            </a:lvl6pPr>
            <a:lvl7pPr marL="2743200" indent="0" algn="ctr" defTabSz="914400" rtl="0" eaLnBrk="1" latinLnBrk="0" hangingPunct="1">
              <a:spcBef>
                <a:spcPts val="400"/>
              </a:spcBef>
              <a:buClr>
                <a:schemeClr val="accent1"/>
              </a:buClr>
              <a:buFont typeface="Wingdings" pitchFamily="2" charset="2"/>
              <a:buNone/>
              <a:defRPr sz="1400" kern="1200">
                <a:solidFill>
                  <a:schemeClr val="tx1">
                    <a:tint val="75000"/>
                  </a:schemeClr>
                </a:solidFill>
                <a:latin typeface="+mn-lt"/>
                <a:ea typeface="+mn-ea"/>
                <a:cs typeface="+mn-cs"/>
              </a:defRPr>
            </a:lvl7pPr>
            <a:lvl8pPr marL="3200400" indent="0" algn="ctr" defTabSz="914400" rtl="0" eaLnBrk="1" latinLnBrk="0" hangingPunct="1">
              <a:spcBef>
                <a:spcPts val="400"/>
              </a:spcBef>
              <a:buClr>
                <a:schemeClr val="accent1"/>
              </a:buClr>
              <a:buFont typeface="Wingdings" pitchFamily="2" charset="2"/>
              <a:buNone/>
              <a:defRPr sz="1400" kern="1200">
                <a:solidFill>
                  <a:schemeClr val="tx1">
                    <a:tint val="75000"/>
                  </a:schemeClr>
                </a:solidFill>
                <a:latin typeface="+mn-lt"/>
                <a:ea typeface="+mn-ea"/>
                <a:cs typeface="+mn-cs"/>
              </a:defRPr>
            </a:lvl8pPr>
            <a:lvl9pPr marL="3657600" indent="0" algn="ctr" defTabSz="914400" rtl="0" eaLnBrk="1" latinLnBrk="0" hangingPunct="1">
              <a:spcBef>
                <a:spcPts val="400"/>
              </a:spcBef>
              <a:buClr>
                <a:schemeClr val="accent1"/>
              </a:buClr>
              <a:buFont typeface="Wingdings" pitchFamily="2" charset="2"/>
              <a:buNone/>
              <a:defRPr sz="1400" kern="1200">
                <a:solidFill>
                  <a:schemeClr val="tx1">
                    <a:tint val="75000"/>
                  </a:schemeClr>
                </a:solidFill>
                <a:latin typeface="+mn-lt"/>
                <a:ea typeface="+mn-ea"/>
                <a:cs typeface="+mn-cs"/>
              </a:defRPr>
            </a:lvl9pPr>
          </a:lstStyle>
          <a:p>
            <a:r>
              <a:rPr lang="es-ES" i="1" dirty="0">
                <a:effectLst/>
              </a:rPr>
              <a:t>Agosto 23 de 2017  Taller V UNALMED</a:t>
            </a:r>
          </a:p>
        </p:txBody>
      </p:sp>
    </p:spTree>
    <p:extLst>
      <p:ext uri="{BB962C8B-B14F-4D97-AF65-F5344CB8AC3E}">
        <p14:creationId xmlns:p14="http://schemas.microsoft.com/office/powerpoint/2010/main" val="408737914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88490" y="570156"/>
            <a:ext cx="7987965" cy="1054250"/>
          </a:xfrm>
        </p:spPr>
        <p:txBody>
          <a:bodyPr/>
          <a:lstStyle/>
          <a:p>
            <a:pPr marL="0" indent="0"/>
            <a:r>
              <a:rPr lang="es-CO" sz="4000" dirty="0"/>
              <a:t>4.1. ¿Qué es un </a:t>
            </a:r>
            <a:r>
              <a:rPr lang="es-CO" sz="4000" dirty="0" err="1"/>
              <a:t>microcontrolador</a:t>
            </a:r>
            <a:r>
              <a:rPr lang="es-CO" sz="4000" dirty="0"/>
              <a:t>?</a:t>
            </a:r>
          </a:p>
        </p:txBody>
      </p:sp>
      <p:sp>
        <p:nvSpPr>
          <p:cNvPr id="35" name="34 Rectángulo"/>
          <p:cNvSpPr/>
          <p:nvPr/>
        </p:nvSpPr>
        <p:spPr>
          <a:xfrm>
            <a:off x="7690874" y="6601911"/>
            <a:ext cx="628698" cy="276999"/>
          </a:xfrm>
          <a:prstGeom prst="rect">
            <a:avLst/>
          </a:prstGeom>
        </p:spPr>
        <p:txBody>
          <a:bodyPr wrap="none">
            <a:spAutoFit/>
          </a:bodyPr>
          <a:lstStyle/>
          <a:p>
            <a:r>
              <a:rPr lang="es-ES" sz="1200" dirty="0"/>
              <a:t>CATA</a:t>
            </a:r>
            <a:endParaRPr lang="es-CO" sz="1200" dirty="0"/>
          </a:p>
        </p:txBody>
      </p:sp>
      <p:sp>
        <p:nvSpPr>
          <p:cNvPr id="8" name="2 Subtítulo"/>
          <p:cNvSpPr txBox="1">
            <a:spLocks/>
          </p:cNvSpPr>
          <p:nvPr/>
        </p:nvSpPr>
        <p:spPr>
          <a:xfrm>
            <a:off x="251520" y="2420887"/>
            <a:ext cx="2796480" cy="2569919"/>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lgn="ctr">
              <a:buNone/>
            </a:pPr>
            <a:r>
              <a:rPr lang="es-CO" dirty="0"/>
              <a:t>Es un pequeño «computador» dentro de un circuito integrado que tiene un procesador, memoria y periféricos programables de entrada y salida.</a:t>
            </a:r>
          </a:p>
        </p:txBody>
      </p:sp>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54853" y="5301208"/>
            <a:ext cx="1586954" cy="11902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2 Subtítulo"/>
          <p:cNvSpPr txBox="1">
            <a:spLocks/>
          </p:cNvSpPr>
          <p:nvPr/>
        </p:nvSpPr>
        <p:spPr>
          <a:xfrm>
            <a:off x="3491880" y="5559762"/>
            <a:ext cx="2796480" cy="702715"/>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lgn="ctr">
              <a:buNone/>
            </a:pPr>
            <a:r>
              <a:rPr lang="en-US" sz="2600" b="1" i="1" dirty="0"/>
              <a:t>Se </a:t>
            </a:r>
            <a:r>
              <a:rPr lang="en-US" sz="2600" b="1" i="1" dirty="0" err="1"/>
              <a:t>conocen</a:t>
            </a:r>
            <a:r>
              <a:rPr lang="en-US" sz="2600" b="1" i="1" dirty="0"/>
              <a:t> </a:t>
            </a:r>
            <a:r>
              <a:rPr lang="en-US" sz="2600" b="1" i="1" dirty="0" err="1"/>
              <a:t>como</a:t>
            </a:r>
            <a:r>
              <a:rPr lang="en-US" sz="2600" b="1" i="1" dirty="0"/>
              <a:t>:</a:t>
            </a:r>
          </a:p>
          <a:p>
            <a:pPr marL="0" indent="0" algn="ctr">
              <a:buNone/>
            </a:pPr>
            <a:r>
              <a:rPr lang="el-GR" sz="2600" b="1" i="1" dirty="0"/>
              <a:t>μ</a:t>
            </a:r>
            <a:r>
              <a:rPr lang="es-CO" sz="2600" b="1" i="1" dirty="0"/>
              <a:t>C - </a:t>
            </a:r>
            <a:r>
              <a:rPr lang="es-CO" sz="2600" b="1" i="1" dirty="0" err="1"/>
              <a:t>uC</a:t>
            </a:r>
            <a:r>
              <a:rPr lang="es-CO" sz="2600" b="1" i="1" dirty="0"/>
              <a:t> - MCU</a:t>
            </a:r>
          </a:p>
        </p:txBody>
      </p:sp>
      <p:pic>
        <p:nvPicPr>
          <p:cNvPr id="3" name="Picture 2" descr="Resultado de imagen para Microcontroll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67300" y="2204864"/>
            <a:ext cx="3801044" cy="2563770"/>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p:cNvSpPr/>
          <p:nvPr/>
        </p:nvSpPr>
        <p:spPr>
          <a:xfrm>
            <a:off x="3419872" y="4749470"/>
            <a:ext cx="4572000" cy="523220"/>
          </a:xfrm>
          <a:prstGeom prst="rect">
            <a:avLst/>
          </a:prstGeom>
        </p:spPr>
        <p:txBody>
          <a:bodyPr>
            <a:spAutoFit/>
          </a:bodyPr>
          <a:lstStyle/>
          <a:p>
            <a:pPr algn="ctr"/>
            <a:r>
              <a:rPr lang="en-US" sz="1400" dirty="0"/>
              <a:t>http://electronicshacking.com/difference-between-microcontroller-and-microprocessor/</a:t>
            </a:r>
          </a:p>
        </p:txBody>
      </p:sp>
    </p:spTree>
    <p:extLst>
      <p:ext uri="{BB962C8B-B14F-4D97-AF65-F5344CB8AC3E}">
        <p14:creationId xmlns:p14="http://schemas.microsoft.com/office/powerpoint/2010/main" val="248865491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36871" y="2198593"/>
            <a:ext cx="6087949" cy="41950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Título"/>
          <p:cNvSpPr>
            <a:spLocks noGrp="1"/>
          </p:cNvSpPr>
          <p:nvPr>
            <p:ph type="title"/>
          </p:nvPr>
        </p:nvSpPr>
        <p:spPr>
          <a:xfrm>
            <a:off x="688490" y="570156"/>
            <a:ext cx="7987965" cy="1054250"/>
          </a:xfrm>
        </p:spPr>
        <p:txBody>
          <a:bodyPr>
            <a:normAutofit fontScale="90000"/>
          </a:bodyPr>
          <a:lstStyle/>
          <a:p>
            <a:r>
              <a:rPr lang="es-ES" sz="4000" dirty="0"/>
              <a:t>4.2. </a:t>
            </a:r>
            <a:r>
              <a:rPr lang="es-CO" sz="4000" dirty="0"/>
              <a:t>Procedimiento para hacer funcionar un </a:t>
            </a:r>
            <a:r>
              <a:rPr lang="es-CO" sz="4000" dirty="0" err="1"/>
              <a:t>microcontrolador</a:t>
            </a:r>
            <a:endParaRPr lang="es-CO" sz="4000" dirty="0"/>
          </a:p>
        </p:txBody>
      </p:sp>
      <p:sp>
        <p:nvSpPr>
          <p:cNvPr id="35" name="34 Rectángulo"/>
          <p:cNvSpPr/>
          <p:nvPr/>
        </p:nvSpPr>
        <p:spPr>
          <a:xfrm>
            <a:off x="7690874" y="6680393"/>
            <a:ext cx="628698" cy="276999"/>
          </a:xfrm>
          <a:prstGeom prst="rect">
            <a:avLst/>
          </a:prstGeom>
        </p:spPr>
        <p:txBody>
          <a:bodyPr wrap="none">
            <a:spAutoFit/>
          </a:bodyPr>
          <a:lstStyle/>
          <a:p>
            <a:r>
              <a:rPr lang="es-ES" sz="1200" dirty="0">
                <a:solidFill>
                  <a:schemeClr val="bg1"/>
                </a:solidFill>
              </a:rPr>
              <a:t>CATA</a:t>
            </a:r>
            <a:endParaRPr lang="es-CO" sz="1200" dirty="0">
              <a:solidFill>
                <a:schemeClr val="bg1"/>
              </a:solidFill>
            </a:endParaRPr>
          </a:p>
        </p:txBody>
      </p:sp>
      <p:sp>
        <p:nvSpPr>
          <p:cNvPr id="3" name="Rectángulo 2"/>
          <p:cNvSpPr/>
          <p:nvPr/>
        </p:nvSpPr>
        <p:spPr>
          <a:xfrm>
            <a:off x="2906763" y="2564904"/>
            <a:ext cx="1571084" cy="720080"/>
          </a:xfrm>
          <a:prstGeom prst="rect">
            <a:avLst/>
          </a:prstGeom>
          <a:solidFill>
            <a:srgbClr val="FFFE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6" name="Rectángulo 5"/>
          <p:cNvSpPr/>
          <p:nvPr/>
        </p:nvSpPr>
        <p:spPr>
          <a:xfrm>
            <a:off x="1703582" y="3638479"/>
            <a:ext cx="1428258" cy="654618"/>
          </a:xfrm>
          <a:prstGeom prst="rect">
            <a:avLst/>
          </a:prstGeom>
          <a:solidFill>
            <a:srgbClr val="FFFE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bg1"/>
              </a:solidFill>
            </a:endParaRPr>
          </a:p>
        </p:txBody>
      </p:sp>
      <p:sp>
        <p:nvSpPr>
          <p:cNvPr id="4" name="Rectángulo 3"/>
          <p:cNvSpPr/>
          <p:nvPr/>
        </p:nvSpPr>
        <p:spPr>
          <a:xfrm>
            <a:off x="179512" y="6336479"/>
            <a:ext cx="8909535" cy="276999"/>
          </a:xfrm>
          <a:prstGeom prst="rect">
            <a:avLst/>
          </a:prstGeom>
        </p:spPr>
        <p:txBody>
          <a:bodyPr>
            <a:spAutoFit/>
          </a:bodyPr>
          <a:lstStyle/>
          <a:p>
            <a:pPr algn="ctr"/>
            <a:r>
              <a:rPr lang="en-US" sz="1200" dirty="0">
                <a:solidFill>
                  <a:srgbClr val="FFFFFF"/>
                </a:solidFill>
              </a:rPr>
              <a:t>https://learn.mikroe.com/ebooks/piccprogramming/chapter/introduction-to-the-world-of-microcontrollers/</a:t>
            </a:r>
          </a:p>
        </p:txBody>
      </p:sp>
      <p:sp>
        <p:nvSpPr>
          <p:cNvPr id="5" name="Rectángulo 4"/>
          <p:cNvSpPr/>
          <p:nvPr/>
        </p:nvSpPr>
        <p:spPr>
          <a:xfrm>
            <a:off x="3248697" y="2246628"/>
            <a:ext cx="2448272" cy="17426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9" name="Rectángulo 8"/>
          <p:cNvSpPr/>
          <p:nvPr/>
        </p:nvSpPr>
        <p:spPr>
          <a:xfrm>
            <a:off x="5361208" y="3896422"/>
            <a:ext cx="2091112" cy="369515"/>
          </a:xfrm>
          <a:prstGeom prst="rect">
            <a:avLst/>
          </a:prstGeom>
          <a:solidFill>
            <a:srgbClr val="FFFE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 name="Rectángulo 9"/>
          <p:cNvSpPr/>
          <p:nvPr/>
        </p:nvSpPr>
        <p:spPr>
          <a:xfrm>
            <a:off x="3131840" y="4548699"/>
            <a:ext cx="1345484" cy="1119129"/>
          </a:xfrm>
          <a:prstGeom prst="rect">
            <a:avLst/>
          </a:prstGeom>
          <a:solidFill>
            <a:srgbClr val="FFFE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 name="Rectángulo 10"/>
          <p:cNvSpPr/>
          <p:nvPr/>
        </p:nvSpPr>
        <p:spPr>
          <a:xfrm>
            <a:off x="1667613" y="5636285"/>
            <a:ext cx="1824267" cy="574290"/>
          </a:xfrm>
          <a:prstGeom prst="rect">
            <a:avLst/>
          </a:prstGeom>
          <a:solidFill>
            <a:srgbClr val="FFFE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2" name="Rectángulo 11"/>
          <p:cNvSpPr/>
          <p:nvPr/>
        </p:nvSpPr>
        <p:spPr>
          <a:xfrm>
            <a:off x="4689273" y="5252851"/>
            <a:ext cx="1517532" cy="957723"/>
          </a:xfrm>
          <a:prstGeom prst="rect">
            <a:avLst/>
          </a:prstGeom>
          <a:solidFill>
            <a:srgbClr val="FFFE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3" name="Rectángulo 12"/>
          <p:cNvSpPr/>
          <p:nvPr/>
        </p:nvSpPr>
        <p:spPr>
          <a:xfrm>
            <a:off x="4704723" y="5686534"/>
            <a:ext cx="1595470" cy="574290"/>
          </a:xfrm>
          <a:prstGeom prst="rect">
            <a:avLst/>
          </a:prstGeom>
          <a:solidFill>
            <a:srgbClr val="FFFE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4" name="2 Subtítulo"/>
          <p:cNvSpPr txBox="1">
            <a:spLocks/>
          </p:cNvSpPr>
          <p:nvPr/>
        </p:nvSpPr>
        <p:spPr>
          <a:xfrm>
            <a:off x="3005514" y="4509120"/>
            <a:ext cx="1597268" cy="522645"/>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lgn="ctr">
              <a:buNone/>
            </a:pPr>
            <a:r>
              <a:rPr lang="es-CO" sz="1000" dirty="0">
                <a:solidFill>
                  <a:schemeClr val="bg1"/>
                </a:solidFill>
              </a:rPr>
              <a:t>Examine la disponibilidad de </a:t>
            </a:r>
            <a:r>
              <a:rPr lang="es-CO" sz="1000" dirty="0" err="1">
                <a:solidFill>
                  <a:schemeClr val="bg1"/>
                </a:solidFill>
              </a:rPr>
              <a:t>microcontroladores</a:t>
            </a:r>
            <a:r>
              <a:rPr lang="es-CO" sz="1000" dirty="0">
                <a:solidFill>
                  <a:schemeClr val="bg1"/>
                </a:solidFill>
              </a:rPr>
              <a:t> y de sus periféricos (número de entradas/salidas, temporizadores, conversores AD…).</a:t>
            </a:r>
          </a:p>
        </p:txBody>
      </p:sp>
      <p:sp>
        <p:nvSpPr>
          <p:cNvPr id="15" name="2 Subtítulo"/>
          <p:cNvSpPr txBox="1">
            <a:spLocks/>
          </p:cNvSpPr>
          <p:nvPr/>
        </p:nvSpPr>
        <p:spPr>
          <a:xfrm>
            <a:off x="1749871" y="3694137"/>
            <a:ext cx="1452062" cy="841726"/>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lgn="ctr">
              <a:buNone/>
            </a:pPr>
            <a:r>
              <a:rPr lang="es-CO" sz="1000" dirty="0">
                <a:solidFill>
                  <a:schemeClr val="bg1"/>
                </a:solidFill>
              </a:rPr>
              <a:t>Deje comida para sus mascotas y prepárese suficientes </a:t>
            </a:r>
            <a:r>
              <a:rPr lang="es-CO" sz="1000" dirty="0" err="1">
                <a:solidFill>
                  <a:schemeClr val="bg1"/>
                </a:solidFill>
              </a:rPr>
              <a:t>sanduches</a:t>
            </a:r>
            <a:r>
              <a:rPr lang="es-CO" sz="1000" dirty="0">
                <a:solidFill>
                  <a:schemeClr val="bg1"/>
                </a:solidFill>
              </a:rPr>
              <a:t>.</a:t>
            </a:r>
          </a:p>
        </p:txBody>
      </p:sp>
      <p:sp>
        <p:nvSpPr>
          <p:cNvPr id="16" name="2 Subtítulo"/>
          <p:cNvSpPr txBox="1">
            <a:spLocks/>
          </p:cNvSpPr>
          <p:nvPr/>
        </p:nvSpPr>
        <p:spPr>
          <a:xfrm>
            <a:off x="5364088" y="3817964"/>
            <a:ext cx="2043554" cy="475132"/>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lgn="ctr">
              <a:buNone/>
            </a:pPr>
            <a:r>
              <a:rPr lang="es-CO" sz="1000" dirty="0">
                <a:solidFill>
                  <a:schemeClr val="bg1"/>
                </a:solidFill>
              </a:rPr>
              <a:t>Estudie el sistema que va a manejar el microcontrolador.</a:t>
            </a:r>
          </a:p>
        </p:txBody>
      </p:sp>
      <p:sp>
        <p:nvSpPr>
          <p:cNvPr id="17" name="2 Subtítulo"/>
          <p:cNvSpPr txBox="1">
            <a:spLocks/>
          </p:cNvSpPr>
          <p:nvPr/>
        </p:nvSpPr>
        <p:spPr>
          <a:xfrm>
            <a:off x="1702965" y="5697460"/>
            <a:ext cx="1756995" cy="522645"/>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lgn="ctr">
              <a:buNone/>
            </a:pPr>
            <a:r>
              <a:rPr lang="es-CO" sz="1000" dirty="0">
                <a:solidFill>
                  <a:schemeClr val="bg1"/>
                </a:solidFill>
              </a:rPr>
              <a:t>Elija el que pueda cumplir con todos los requisitos del sistema deseado.</a:t>
            </a:r>
          </a:p>
        </p:txBody>
      </p:sp>
      <p:sp>
        <p:nvSpPr>
          <p:cNvPr id="18" name="2 Subtítulo"/>
          <p:cNvSpPr txBox="1">
            <a:spLocks/>
          </p:cNvSpPr>
          <p:nvPr/>
        </p:nvSpPr>
        <p:spPr>
          <a:xfrm>
            <a:off x="3067500" y="2762339"/>
            <a:ext cx="1452062" cy="522645"/>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lgn="ctr">
              <a:buNone/>
            </a:pPr>
            <a:r>
              <a:rPr lang="es-CO" sz="1000" dirty="0">
                <a:solidFill>
                  <a:schemeClr val="bg1"/>
                </a:solidFill>
              </a:rPr>
              <a:t>Diga adiós a su familia y amigos.</a:t>
            </a:r>
          </a:p>
        </p:txBody>
      </p:sp>
      <p:sp>
        <p:nvSpPr>
          <p:cNvPr id="19" name="2 Subtítulo"/>
          <p:cNvSpPr txBox="1">
            <a:spLocks/>
          </p:cNvSpPr>
          <p:nvPr/>
        </p:nvSpPr>
        <p:spPr>
          <a:xfrm>
            <a:off x="4615206" y="5157192"/>
            <a:ext cx="1829002" cy="522645"/>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lgn="ctr">
              <a:buNone/>
            </a:pPr>
            <a:r>
              <a:rPr lang="es-ES" sz="1000" dirty="0">
                <a:solidFill>
                  <a:schemeClr val="bg1"/>
                </a:solidFill>
              </a:rPr>
              <a:t>Diseñe y si es posible construya un prototipo que será manejado por el microcontrolador incluyendo a los dispositivos periféricos que se utilizarán en la aplicación real.</a:t>
            </a:r>
            <a:endParaRPr lang="es-CO" sz="1000" dirty="0">
              <a:solidFill>
                <a:schemeClr val="bg1"/>
              </a:solidFill>
            </a:endParaRPr>
          </a:p>
        </p:txBody>
      </p:sp>
    </p:spTree>
    <p:extLst>
      <p:ext uri="{BB962C8B-B14F-4D97-AF65-F5344CB8AC3E}">
        <p14:creationId xmlns:p14="http://schemas.microsoft.com/office/powerpoint/2010/main" val="266241891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4962" y="2150962"/>
            <a:ext cx="6336593" cy="41533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Título"/>
          <p:cNvSpPr>
            <a:spLocks noGrp="1"/>
          </p:cNvSpPr>
          <p:nvPr>
            <p:ph type="title"/>
          </p:nvPr>
        </p:nvSpPr>
        <p:spPr>
          <a:xfrm>
            <a:off x="688490" y="570156"/>
            <a:ext cx="7987965" cy="1054250"/>
          </a:xfrm>
        </p:spPr>
        <p:txBody>
          <a:bodyPr>
            <a:normAutofit fontScale="90000"/>
          </a:bodyPr>
          <a:lstStyle/>
          <a:p>
            <a:r>
              <a:rPr lang="es-ES" sz="4000" dirty="0"/>
              <a:t>4.2. </a:t>
            </a:r>
            <a:r>
              <a:rPr lang="es-CO" sz="4000" dirty="0"/>
              <a:t>Procedimiento para hacer funcionar un </a:t>
            </a:r>
            <a:r>
              <a:rPr lang="es-CO" sz="4000" dirty="0" err="1"/>
              <a:t>microcontrolador</a:t>
            </a:r>
            <a:endParaRPr lang="es-CO" sz="4000" dirty="0"/>
          </a:p>
        </p:txBody>
      </p:sp>
      <p:sp>
        <p:nvSpPr>
          <p:cNvPr id="35" name="34 Rectángulo"/>
          <p:cNvSpPr/>
          <p:nvPr/>
        </p:nvSpPr>
        <p:spPr>
          <a:xfrm>
            <a:off x="7690874" y="6680393"/>
            <a:ext cx="628698" cy="276999"/>
          </a:xfrm>
          <a:prstGeom prst="rect">
            <a:avLst/>
          </a:prstGeom>
        </p:spPr>
        <p:txBody>
          <a:bodyPr wrap="none">
            <a:spAutoFit/>
          </a:bodyPr>
          <a:lstStyle/>
          <a:p>
            <a:r>
              <a:rPr lang="es-ES" sz="1200" dirty="0"/>
              <a:t>CATA</a:t>
            </a:r>
            <a:endParaRPr lang="es-CO" sz="1200" dirty="0"/>
          </a:p>
        </p:txBody>
      </p:sp>
      <p:sp>
        <p:nvSpPr>
          <p:cNvPr id="5" name="Rectángulo 4"/>
          <p:cNvSpPr/>
          <p:nvPr/>
        </p:nvSpPr>
        <p:spPr>
          <a:xfrm>
            <a:off x="179512" y="6336479"/>
            <a:ext cx="8909535" cy="276999"/>
          </a:xfrm>
          <a:prstGeom prst="rect">
            <a:avLst/>
          </a:prstGeom>
        </p:spPr>
        <p:txBody>
          <a:bodyPr>
            <a:spAutoFit/>
          </a:bodyPr>
          <a:lstStyle/>
          <a:p>
            <a:pPr algn="ctr"/>
            <a:r>
              <a:rPr lang="en-US" sz="1200" dirty="0"/>
              <a:t>https://learn.mikroe.com/ebooks/piccprogramming/chapter/introduction-to-the-world-of-microcontrollers/</a:t>
            </a:r>
          </a:p>
        </p:txBody>
      </p:sp>
      <p:sp>
        <p:nvSpPr>
          <p:cNvPr id="6" name="Rectángulo 5"/>
          <p:cNvSpPr/>
          <p:nvPr/>
        </p:nvSpPr>
        <p:spPr>
          <a:xfrm>
            <a:off x="2987824" y="2276872"/>
            <a:ext cx="1428258" cy="1800200"/>
          </a:xfrm>
          <a:prstGeom prst="rect">
            <a:avLst/>
          </a:prstGeom>
          <a:solidFill>
            <a:srgbClr val="FFFE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8" name="Rectángulo 7"/>
          <p:cNvSpPr/>
          <p:nvPr/>
        </p:nvSpPr>
        <p:spPr>
          <a:xfrm>
            <a:off x="1829744" y="4398562"/>
            <a:ext cx="2166191" cy="542606"/>
          </a:xfrm>
          <a:prstGeom prst="rect">
            <a:avLst/>
          </a:prstGeom>
          <a:solidFill>
            <a:srgbClr val="FFFE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9" name="Rectángulo 8"/>
          <p:cNvSpPr/>
          <p:nvPr/>
        </p:nvSpPr>
        <p:spPr>
          <a:xfrm>
            <a:off x="4657843" y="4354868"/>
            <a:ext cx="2650461" cy="542606"/>
          </a:xfrm>
          <a:prstGeom prst="rect">
            <a:avLst/>
          </a:prstGeom>
          <a:solidFill>
            <a:srgbClr val="FFFE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 name="Rectángulo 9"/>
          <p:cNvSpPr/>
          <p:nvPr/>
        </p:nvSpPr>
        <p:spPr>
          <a:xfrm>
            <a:off x="4657843" y="3123278"/>
            <a:ext cx="2146405" cy="984112"/>
          </a:xfrm>
          <a:prstGeom prst="rect">
            <a:avLst/>
          </a:prstGeom>
          <a:solidFill>
            <a:srgbClr val="FFFE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 name="Rectángulo 10"/>
          <p:cNvSpPr/>
          <p:nvPr/>
        </p:nvSpPr>
        <p:spPr>
          <a:xfrm>
            <a:off x="5025390" y="3156239"/>
            <a:ext cx="2146405" cy="459095"/>
          </a:xfrm>
          <a:prstGeom prst="rect">
            <a:avLst/>
          </a:prstGeom>
          <a:solidFill>
            <a:srgbClr val="FFFE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2" name="Rectángulo 11"/>
          <p:cNvSpPr/>
          <p:nvPr/>
        </p:nvSpPr>
        <p:spPr>
          <a:xfrm>
            <a:off x="4899604" y="3320731"/>
            <a:ext cx="2146405" cy="459095"/>
          </a:xfrm>
          <a:prstGeom prst="rect">
            <a:avLst/>
          </a:prstGeom>
          <a:solidFill>
            <a:srgbClr val="FFFE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3" name="2 Subtítulo"/>
          <p:cNvSpPr txBox="1">
            <a:spLocks/>
          </p:cNvSpPr>
          <p:nvPr/>
        </p:nvSpPr>
        <p:spPr>
          <a:xfrm>
            <a:off x="2923671" y="2232023"/>
            <a:ext cx="1597268" cy="522645"/>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lgn="ctr">
              <a:buNone/>
            </a:pPr>
            <a:r>
              <a:rPr lang="es-ES" sz="1000" dirty="0">
                <a:solidFill>
                  <a:schemeClr val="bg1"/>
                </a:solidFill>
              </a:rPr>
              <a:t>Utilice un PC y alguno de los lenguajes de programación de alto nivel disponibles para escribir un programa que se ejecutará en el microcontrolador. También utilice un programa de simulación del entorno real en el que se desempeñará el sistema.</a:t>
            </a:r>
            <a:endParaRPr lang="es-CO" sz="1000" dirty="0">
              <a:solidFill>
                <a:schemeClr val="bg1"/>
              </a:solidFill>
            </a:endParaRPr>
          </a:p>
        </p:txBody>
      </p:sp>
      <p:sp>
        <p:nvSpPr>
          <p:cNvPr id="14" name="2 Subtítulo"/>
          <p:cNvSpPr txBox="1">
            <a:spLocks/>
          </p:cNvSpPr>
          <p:nvPr/>
        </p:nvSpPr>
        <p:spPr>
          <a:xfrm>
            <a:off x="4592120" y="3027988"/>
            <a:ext cx="2356144" cy="522645"/>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lgn="ctr">
              <a:buNone/>
            </a:pPr>
            <a:r>
              <a:rPr lang="es-ES" sz="1000" dirty="0">
                <a:solidFill>
                  <a:schemeClr val="bg1"/>
                </a:solidFill>
              </a:rPr>
              <a:t>Al presionar el botón adecuado se convierte el código escrito en un lenguaje de alto nivel, en código de máquina entendible por el microcontrolador. Use un programador para escribir este código en la memoria del microcontrolador.</a:t>
            </a:r>
            <a:endParaRPr lang="es-CO" sz="1000" dirty="0">
              <a:solidFill>
                <a:schemeClr val="bg1"/>
              </a:solidFill>
            </a:endParaRPr>
          </a:p>
        </p:txBody>
      </p:sp>
      <p:sp>
        <p:nvSpPr>
          <p:cNvPr id="7" name="Rectángulo 6"/>
          <p:cNvSpPr/>
          <p:nvPr/>
        </p:nvSpPr>
        <p:spPr>
          <a:xfrm>
            <a:off x="1475656" y="4365104"/>
            <a:ext cx="1872208" cy="864096"/>
          </a:xfrm>
          <a:prstGeom prst="rect">
            <a:avLst/>
          </a:prstGeom>
          <a:solidFill>
            <a:srgbClr val="FFFE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6" name="2 Subtítulo"/>
          <p:cNvSpPr txBox="1">
            <a:spLocks/>
          </p:cNvSpPr>
          <p:nvPr/>
        </p:nvSpPr>
        <p:spPr>
          <a:xfrm>
            <a:off x="1474046" y="4353328"/>
            <a:ext cx="2942035" cy="522645"/>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lgn="ctr">
              <a:buNone/>
            </a:pPr>
            <a:r>
              <a:rPr lang="es-ES" sz="1000" dirty="0">
                <a:solidFill>
                  <a:schemeClr val="bg1"/>
                </a:solidFill>
              </a:rPr>
              <a:t>Es hora de que el microcontrolador empiece su vida productiva. Desconecte el micro del programador y ubíquelo en el sistema que acaba de construir. Respire profundamente y enciéndalo.</a:t>
            </a:r>
          </a:p>
        </p:txBody>
      </p:sp>
      <p:sp>
        <p:nvSpPr>
          <p:cNvPr id="17" name="2 Subtítulo"/>
          <p:cNvSpPr txBox="1">
            <a:spLocks/>
          </p:cNvSpPr>
          <p:nvPr/>
        </p:nvSpPr>
        <p:spPr>
          <a:xfrm>
            <a:off x="4963101" y="4437528"/>
            <a:ext cx="2431435" cy="522645"/>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lgn="ctr">
              <a:buNone/>
            </a:pPr>
            <a:r>
              <a:rPr lang="es-ES" sz="1000" dirty="0">
                <a:solidFill>
                  <a:schemeClr val="bg1"/>
                </a:solidFill>
              </a:rPr>
              <a:t>Eso es todo! Disfrute su éxito y empiece a pensar en nuevos proyectos.</a:t>
            </a:r>
          </a:p>
        </p:txBody>
      </p:sp>
    </p:spTree>
    <p:extLst>
      <p:ext uri="{BB962C8B-B14F-4D97-AF65-F5344CB8AC3E}">
        <p14:creationId xmlns:p14="http://schemas.microsoft.com/office/powerpoint/2010/main" val="106189176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88490" y="570156"/>
            <a:ext cx="7987965" cy="1054250"/>
          </a:xfrm>
        </p:spPr>
        <p:txBody>
          <a:bodyPr>
            <a:normAutofit fontScale="90000"/>
          </a:bodyPr>
          <a:lstStyle/>
          <a:p>
            <a:r>
              <a:rPr lang="es-ES" sz="4000" dirty="0"/>
              <a:t>4.3. Estructura de un </a:t>
            </a:r>
            <a:r>
              <a:rPr lang="es-ES" sz="4000" dirty="0" err="1"/>
              <a:t>microcontrolador</a:t>
            </a:r>
            <a:r>
              <a:rPr lang="es-ES" sz="4000" dirty="0"/>
              <a:t>.</a:t>
            </a:r>
            <a:endParaRPr lang="es-CO" sz="4000" dirty="0"/>
          </a:p>
        </p:txBody>
      </p:sp>
      <p:sp>
        <p:nvSpPr>
          <p:cNvPr id="35" name="34 Rectángulo"/>
          <p:cNvSpPr/>
          <p:nvPr/>
        </p:nvSpPr>
        <p:spPr>
          <a:xfrm>
            <a:off x="7690874" y="6680393"/>
            <a:ext cx="628698" cy="276999"/>
          </a:xfrm>
          <a:prstGeom prst="rect">
            <a:avLst/>
          </a:prstGeom>
        </p:spPr>
        <p:txBody>
          <a:bodyPr wrap="none">
            <a:spAutoFit/>
          </a:bodyPr>
          <a:lstStyle/>
          <a:p>
            <a:r>
              <a:rPr lang="es-ES" sz="1200" dirty="0"/>
              <a:t>CATA</a:t>
            </a:r>
            <a:endParaRPr lang="es-CO" sz="1200"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7984" y="2225681"/>
            <a:ext cx="5530320" cy="40655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ángulo 2"/>
          <p:cNvSpPr/>
          <p:nvPr/>
        </p:nvSpPr>
        <p:spPr>
          <a:xfrm>
            <a:off x="899592" y="6309320"/>
            <a:ext cx="7363252" cy="276999"/>
          </a:xfrm>
          <a:prstGeom prst="rect">
            <a:avLst/>
          </a:prstGeom>
        </p:spPr>
        <p:txBody>
          <a:bodyPr>
            <a:spAutoFit/>
          </a:bodyPr>
          <a:lstStyle/>
          <a:p>
            <a:pPr algn="ctr"/>
            <a:r>
              <a:rPr lang="en-US" sz="1200" dirty="0"/>
              <a:t>https://learn.mikroe.com/ebooks/picbasicprogramming/chapter/introduction/</a:t>
            </a:r>
          </a:p>
        </p:txBody>
      </p:sp>
    </p:spTree>
    <p:extLst>
      <p:ext uri="{BB962C8B-B14F-4D97-AF65-F5344CB8AC3E}">
        <p14:creationId xmlns:p14="http://schemas.microsoft.com/office/powerpoint/2010/main" val="272977143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8051-chapter-01-image-00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7664" y="3203921"/>
            <a:ext cx="5643486" cy="3153298"/>
          </a:xfrm>
          <a:prstGeom prst="rect">
            <a:avLst/>
          </a:prstGeom>
          <a:noFill/>
          <a:extLst>
            <a:ext uri="{909E8E84-426E-40DD-AFC4-6F175D3DCCD1}">
              <a14:hiddenFill xmlns:a14="http://schemas.microsoft.com/office/drawing/2010/main">
                <a:solidFill>
                  <a:srgbClr val="FFFFFF"/>
                </a:solidFill>
              </a14:hiddenFill>
            </a:ext>
          </a:extLst>
        </p:spPr>
      </p:pic>
      <p:sp>
        <p:nvSpPr>
          <p:cNvPr id="2" name="1 Título"/>
          <p:cNvSpPr>
            <a:spLocks noGrp="1"/>
          </p:cNvSpPr>
          <p:nvPr>
            <p:ph type="title"/>
          </p:nvPr>
        </p:nvSpPr>
        <p:spPr>
          <a:xfrm>
            <a:off x="688490" y="570156"/>
            <a:ext cx="7987965" cy="1054250"/>
          </a:xfrm>
        </p:spPr>
        <p:txBody>
          <a:bodyPr/>
          <a:lstStyle/>
          <a:p>
            <a:r>
              <a:rPr lang="es-ES" sz="4000" dirty="0"/>
              <a:t>4.4. CPU del </a:t>
            </a:r>
            <a:r>
              <a:rPr lang="es-ES" sz="4000" dirty="0" err="1"/>
              <a:t>microcontrolador</a:t>
            </a:r>
            <a:r>
              <a:rPr lang="es-ES" sz="4000" dirty="0"/>
              <a:t>.</a:t>
            </a:r>
            <a:endParaRPr lang="es-CO" sz="4000" dirty="0"/>
          </a:p>
        </p:txBody>
      </p:sp>
      <p:sp>
        <p:nvSpPr>
          <p:cNvPr id="35" name="34 Rectángulo"/>
          <p:cNvSpPr/>
          <p:nvPr/>
        </p:nvSpPr>
        <p:spPr>
          <a:xfrm>
            <a:off x="7690874" y="6680393"/>
            <a:ext cx="628698" cy="276999"/>
          </a:xfrm>
          <a:prstGeom prst="rect">
            <a:avLst/>
          </a:prstGeom>
        </p:spPr>
        <p:txBody>
          <a:bodyPr wrap="none">
            <a:spAutoFit/>
          </a:bodyPr>
          <a:lstStyle/>
          <a:p>
            <a:r>
              <a:rPr lang="es-ES" sz="1200" dirty="0"/>
              <a:t>CATA</a:t>
            </a:r>
            <a:endParaRPr lang="es-CO" sz="1200" dirty="0"/>
          </a:p>
        </p:txBody>
      </p:sp>
      <p:sp>
        <p:nvSpPr>
          <p:cNvPr id="5" name="2 Subtítulo"/>
          <p:cNvSpPr txBox="1">
            <a:spLocks/>
          </p:cNvSpPr>
          <p:nvPr/>
        </p:nvSpPr>
        <p:spPr>
          <a:xfrm>
            <a:off x="683568" y="2132856"/>
            <a:ext cx="7636004" cy="702715"/>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lgn="ctr">
              <a:buNone/>
            </a:pPr>
            <a:r>
              <a:rPr lang="es-CO" sz="3000" b="1" i="1" dirty="0"/>
              <a:t>«Cerebro»</a:t>
            </a:r>
          </a:p>
          <a:p>
            <a:pPr marL="0" indent="0" algn="ctr">
              <a:buNone/>
            </a:pPr>
            <a:r>
              <a:rPr lang="es-CO" sz="3000" b="1" i="1" dirty="0"/>
              <a:t>Unidad Central de Procesamiento CPU</a:t>
            </a:r>
          </a:p>
        </p:txBody>
      </p:sp>
      <p:sp>
        <p:nvSpPr>
          <p:cNvPr id="3" name="Rectángulo redondeado 2"/>
          <p:cNvSpPr/>
          <p:nvPr/>
        </p:nvSpPr>
        <p:spPr>
          <a:xfrm>
            <a:off x="4120349" y="4005064"/>
            <a:ext cx="1261714" cy="1656184"/>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ángulo 3"/>
          <p:cNvSpPr/>
          <p:nvPr/>
        </p:nvSpPr>
        <p:spPr>
          <a:xfrm>
            <a:off x="650171" y="6373333"/>
            <a:ext cx="7181426" cy="461665"/>
          </a:xfrm>
          <a:prstGeom prst="rect">
            <a:avLst/>
          </a:prstGeom>
        </p:spPr>
        <p:txBody>
          <a:bodyPr wrap="square">
            <a:spAutoFit/>
          </a:bodyPr>
          <a:lstStyle/>
          <a:p>
            <a:pPr algn="ctr"/>
            <a:r>
              <a:rPr lang="en-US" sz="1200" dirty="0"/>
              <a:t>https://learn.mikroe.com/ebooks/8051programming/chapter/what-are-microcontrollers-and-what-are-they-used-for/</a:t>
            </a:r>
          </a:p>
        </p:txBody>
      </p:sp>
    </p:spTree>
    <p:extLst>
      <p:ext uri="{BB962C8B-B14F-4D97-AF65-F5344CB8AC3E}">
        <p14:creationId xmlns:p14="http://schemas.microsoft.com/office/powerpoint/2010/main" val="360235586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88490" y="570156"/>
            <a:ext cx="7987965" cy="1054250"/>
          </a:xfrm>
        </p:spPr>
        <p:txBody>
          <a:bodyPr/>
          <a:lstStyle/>
          <a:p>
            <a:r>
              <a:rPr lang="es-ES" sz="4000" dirty="0"/>
              <a:t>4.5. Registros.</a:t>
            </a:r>
            <a:endParaRPr lang="es-CO" sz="4000" dirty="0"/>
          </a:p>
        </p:txBody>
      </p:sp>
      <p:sp>
        <p:nvSpPr>
          <p:cNvPr id="35" name="34 Rectángulo"/>
          <p:cNvSpPr/>
          <p:nvPr/>
        </p:nvSpPr>
        <p:spPr>
          <a:xfrm>
            <a:off x="7690874" y="6680393"/>
            <a:ext cx="628698" cy="276999"/>
          </a:xfrm>
          <a:prstGeom prst="rect">
            <a:avLst/>
          </a:prstGeom>
        </p:spPr>
        <p:txBody>
          <a:bodyPr wrap="none">
            <a:spAutoFit/>
          </a:bodyPr>
          <a:lstStyle/>
          <a:p>
            <a:r>
              <a:rPr lang="es-ES" sz="1200" dirty="0"/>
              <a:t>CATA</a:t>
            </a:r>
            <a:endParaRPr lang="es-CO" sz="1200" dirty="0"/>
          </a:p>
        </p:txBody>
      </p:sp>
      <p:sp>
        <p:nvSpPr>
          <p:cNvPr id="5" name="2 Subtítulo"/>
          <p:cNvSpPr txBox="1">
            <a:spLocks/>
          </p:cNvSpPr>
          <p:nvPr/>
        </p:nvSpPr>
        <p:spPr>
          <a:xfrm>
            <a:off x="683568" y="2138731"/>
            <a:ext cx="7636004" cy="702715"/>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lgn="ctr">
              <a:buNone/>
            </a:pPr>
            <a:r>
              <a:rPr lang="es-CO" sz="2600" b="1" i="1" dirty="0"/>
              <a:t>«Configuración del micro»</a:t>
            </a:r>
          </a:p>
          <a:p>
            <a:pPr marL="0" indent="0" algn="ctr">
              <a:buNone/>
            </a:pPr>
            <a:r>
              <a:rPr lang="es-CO" sz="2600" b="1" i="1" dirty="0"/>
              <a:t>Registros SFR (</a:t>
            </a:r>
            <a:r>
              <a:rPr lang="es-CO" sz="2600" b="1" i="1" dirty="0" err="1"/>
              <a:t>Special</a:t>
            </a:r>
            <a:r>
              <a:rPr lang="es-CO" sz="2600" b="1" i="1" dirty="0"/>
              <a:t> </a:t>
            </a:r>
            <a:r>
              <a:rPr lang="es-CO" sz="2600" b="1" i="1" dirty="0" err="1"/>
              <a:t>Function</a:t>
            </a:r>
            <a:r>
              <a:rPr lang="es-CO" sz="2600" b="1" i="1" dirty="0"/>
              <a:t> </a:t>
            </a:r>
            <a:r>
              <a:rPr lang="es-CO" sz="2600" b="1" i="1" dirty="0" err="1"/>
              <a:t>Registers</a:t>
            </a:r>
            <a:r>
              <a:rPr lang="es-CO" sz="2600" b="1" i="1" dirty="0"/>
              <a:t>)</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4513" y="3420469"/>
            <a:ext cx="4555648" cy="21736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63988" y="3271614"/>
            <a:ext cx="4000500" cy="2533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ángulo 2"/>
          <p:cNvSpPr/>
          <p:nvPr/>
        </p:nvSpPr>
        <p:spPr>
          <a:xfrm>
            <a:off x="1473475" y="5822029"/>
            <a:ext cx="6217399" cy="461665"/>
          </a:xfrm>
          <a:prstGeom prst="rect">
            <a:avLst/>
          </a:prstGeom>
        </p:spPr>
        <p:txBody>
          <a:bodyPr wrap="square">
            <a:spAutoFit/>
          </a:bodyPr>
          <a:lstStyle/>
          <a:p>
            <a:pPr algn="ctr"/>
            <a:r>
              <a:rPr lang="en-US" sz="1200" dirty="0"/>
              <a:t>https://learn.mikroe.com/ebooks/picmicrocontrollersprogramminginassembly/front-matter/introduction-to-the-world-of-microcontrollers/</a:t>
            </a:r>
          </a:p>
        </p:txBody>
      </p:sp>
    </p:spTree>
    <p:extLst>
      <p:ext uri="{BB962C8B-B14F-4D97-AF65-F5344CB8AC3E}">
        <p14:creationId xmlns:p14="http://schemas.microsoft.com/office/powerpoint/2010/main" val="216332269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88490" y="570156"/>
            <a:ext cx="7987965" cy="1054250"/>
          </a:xfrm>
        </p:spPr>
        <p:txBody>
          <a:bodyPr/>
          <a:lstStyle/>
          <a:p>
            <a:r>
              <a:rPr lang="es-ES" sz="4000" dirty="0"/>
              <a:t>4.6. Puertos.</a:t>
            </a:r>
            <a:endParaRPr lang="es-CO" sz="4000" dirty="0"/>
          </a:p>
        </p:txBody>
      </p:sp>
      <p:sp>
        <p:nvSpPr>
          <p:cNvPr id="35" name="34 Rectángulo"/>
          <p:cNvSpPr/>
          <p:nvPr/>
        </p:nvSpPr>
        <p:spPr>
          <a:xfrm>
            <a:off x="7690874" y="6680393"/>
            <a:ext cx="628698" cy="276999"/>
          </a:xfrm>
          <a:prstGeom prst="rect">
            <a:avLst/>
          </a:prstGeom>
        </p:spPr>
        <p:txBody>
          <a:bodyPr wrap="none">
            <a:spAutoFit/>
          </a:bodyPr>
          <a:lstStyle/>
          <a:p>
            <a:r>
              <a:rPr lang="es-ES" sz="1200" dirty="0"/>
              <a:t>CATA</a:t>
            </a:r>
            <a:endParaRPr lang="es-CO" sz="1200" dirty="0"/>
          </a:p>
        </p:txBody>
      </p:sp>
      <p:sp>
        <p:nvSpPr>
          <p:cNvPr id="5" name="2 Subtítulo"/>
          <p:cNvSpPr txBox="1">
            <a:spLocks/>
          </p:cNvSpPr>
          <p:nvPr/>
        </p:nvSpPr>
        <p:spPr>
          <a:xfrm>
            <a:off x="752420" y="2132856"/>
            <a:ext cx="7636004" cy="702715"/>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lgn="ctr">
              <a:buNone/>
            </a:pPr>
            <a:r>
              <a:rPr lang="es-CO" sz="3000" b="1" i="1" dirty="0"/>
              <a:t>Comunicación con el mundo exterior</a:t>
            </a:r>
          </a:p>
        </p:txBody>
      </p:sp>
      <p:pic>
        <p:nvPicPr>
          <p:cNvPr id="2050" name="Picture 2" descr="Resultado de imagen para ports  microcontroll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68119" y="2780928"/>
            <a:ext cx="4228706" cy="3578136"/>
          </a:xfrm>
          <a:prstGeom prst="rect">
            <a:avLst/>
          </a:prstGeom>
          <a:noFill/>
          <a:extLst>
            <a:ext uri="{909E8E84-426E-40DD-AFC4-6F175D3DCCD1}">
              <a14:hiddenFill xmlns:a14="http://schemas.microsoft.com/office/drawing/2010/main">
                <a:solidFill>
                  <a:srgbClr val="FFFFFF"/>
                </a:solidFill>
              </a14:hiddenFill>
            </a:ext>
          </a:extLst>
        </p:spPr>
      </p:pic>
      <p:sp>
        <p:nvSpPr>
          <p:cNvPr id="3" name="Rectángulo 2"/>
          <p:cNvSpPr/>
          <p:nvPr/>
        </p:nvSpPr>
        <p:spPr>
          <a:xfrm>
            <a:off x="3370344" y="6359064"/>
            <a:ext cx="2497800" cy="276999"/>
          </a:xfrm>
          <a:prstGeom prst="rect">
            <a:avLst/>
          </a:prstGeom>
        </p:spPr>
        <p:txBody>
          <a:bodyPr wrap="none">
            <a:spAutoFit/>
          </a:bodyPr>
          <a:lstStyle/>
          <a:p>
            <a:r>
              <a:rPr lang="en-US" sz="1200" dirty="0"/>
              <a:t>http://trains4africa.co.za/?p=697</a:t>
            </a:r>
          </a:p>
        </p:txBody>
      </p:sp>
    </p:spTree>
    <p:extLst>
      <p:ext uri="{BB962C8B-B14F-4D97-AF65-F5344CB8AC3E}">
        <p14:creationId xmlns:p14="http://schemas.microsoft.com/office/powerpoint/2010/main" val="298219336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88490" y="570156"/>
            <a:ext cx="7987965" cy="1054250"/>
          </a:xfrm>
        </p:spPr>
        <p:txBody>
          <a:bodyPr/>
          <a:lstStyle/>
          <a:p>
            <a:r>
              <a:rPr lang="es-ES" sz="4000" dirty="0"/>
              <a:t>4.7. Memorias.</a:t>
            </a:r>
            <a:endParaRPr lang="es-CO" sz="4000" dirty="0"/>
          </a:p>
        </p:txBody>
      </p:sp>
      <p:sp>
        <p:nvSpPr>
          <p:cNvPr id="35" name="34 Rectángulo"/>
          <p:cNvSpPr/>
          <p:nvPr/>
        </p:nvSpPr>
        <p:spPr>
          <a:xfrm>
            <a:off x="7690874" y="6680393"/>
            <a:ext cx="628698" cy="276999"/>
          </a:xfrm>
          <a:prstGeom prst="rect">
            <a:avLst/>
          </a:prstGeom>
        </p:spPr>
        <p:txBody>
          <a:bodyPr wrap="none">
            <a:spAutoFit/>
          </a:bodyPr>
          <a:lstStyle/>
          <a:p>
            <a:r>
              <a:rPr lang="es-ES" sz="1200" dirty="0"/>
              <a:t>CATA</a:t>
            </a:r>
            <a:endParaRPr lang="es-CO" sz="1200" dirty="0"/>
          </a:p>
        </p:txBody>
      </p:sp>
      <p:sp>
        <p:nvSpPr>
          <p:cNvPr id="5" name="2 Subtítulo"/>
          <p:cNvSpPr txBox="1">
            <a:spLocks/>
          </p:cNvSpPr>
          <p:nvPr/>
        </p:nvSpPr>
        <p:spPr>
          <a:xfrm>
            <a:off x="4334322" y="2708920"/>
            <a:ext cx="4608512" cy="702715"/>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lgn="ctr">
              <a:buNone/>
            </a:pPr>
            <a:r>
              <a:rPr lang="es-CO" sz="3000" b="1" i="1" dirty="0"/>
              <a:t>Memorias en el Micro:</a:t>
            </a:r>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560" y="2564904"/>
            <a:ext cx="3476188" cy="34960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2 Subtítulo"/>
          <p:cNvSpPr txBox="1">
            <a:spLocks/>
          </p:cNvSpPr>
          <p:nvPr/>
        </p:nvSpPr>
        <p:spPr>
          <a:xfrm>
            <a:off x="4357554" y="3751762"/>
            <a:ext cx="4462918" cy="702715"/>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lgn="ctr">
              <a:buNone/>
            </a:pPr>
            <a:r>
              <a:rPr lang="es-CO" sz="2200" b="1" i="1" dirty="0"/>
              <a:t>Memoria ROM (Flash)</a:t>
            </a:r>
          </a:p>
          <a:p>
            <a:pPr marL="0" indent="0" algn="ctr">
              <a:buNone/>
            </a:pPr>
            <a:r>
              <a:rPr lang="es-CO" sz="2200" b="1" i="1" dirty="0"/>
              <a:t>Memoria RAM</a:t>
            </a:r>
          </a:p>
          <a:p>
            <a:pPr marL="0" indent="0" algn="ctr">
              <a:buNone/>
            </a:pPr>
            <a:r>
              <a:rPr lang="es-CO" sz="2200" b="1" i="1" dirty="0"/>
              <a:t>Memoria EEPROM</a:t>
            </a:r>
          </a:p>
        </p:txBody>
      </p:sp>
      <p:sp>
        <p:nvSpPr>
          <p:cNvPr id="8" name="Rectángulo 7"/>
          <p:cNvSpPr/>
          <p:nvPr/>
        </p:nvSpPr>
        <p:spPr>
          <a:xfrm>
            <a:off x="632932" y="6104329"/>
            <a:ext cx="3435012" cy="276999"/>
          </a:xfrm>
          <a:prstGeom prst="rect">
            <a:avLst/>
          </a:prstGeom>
        </p:spPr>
        <p:txBody>
          <a:bodyPr>
            <a:spAutoFit/>
          </a:bodyPr>
          <a:lstStyle/>
          <a:p>
            <a:pPr algn="ctr"/>
            <a:r>
              <a:rPr lang="en-US" sz="1200" dirty="0"/>
              <a:t>https://learn.mikroe.com/ebooks/picbasicprogramming/chapter/introduction/</a:t>
            </a:r>
          </a:p>
        </p:txBody>
      </p:sp>
    </p:spTree>
    <p:extLst>
      <p:ext uri="{BB962C8B-B14F-4D97-AF65-F5344CB8AC3E}">
        <p14:creationId xmlns:p14="http://schemas.microsoft.com/office/powerpoint/2010/main" val="382062061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88490" y="570156"/>
            <a:ext cx="7987965" cy="1054250"/>
          </a:xfrm>
        </p:spPr>
        <p:txBody>
          <a:bodyPr/>
          <a:lstStyle/>
          <a:p>
            <a:r>
              <a:rPr lang="es-ES" sz="4000" dirty="0"/>
              <a:t>4.8. Osciladores.</a:t>
            </a:r>
            <a:endParaRPr lang="es-CO" sz="4000" dirty="0"/>
          </a:p>
        </p:txBody>
      </p:sp>
      <p:sp>
        <p:nvSpPr>
          <p:cNvPr id="35" name="34 Rectángulo"/>
          <p:cNvSpPr/>
          <p:nvPr/>
        </p:nvSpPr>
        <p:spPr>
          <a:xfrm>
            <a:off x="7690874" y="6680393"/>
            <a:ext cx="628698" cy="276999"/>
          </a:xfrm>
          <a:prstGeom prst="rect">
            <a:avLst/>
          </a:prstGeom>
        </p:spPr>
        <p:txBody>
          <a:bodyPr wrap="none">
            <a:spAutoFit/>
          </a:bodyPr>
          <a:lstStyle/>
          <a:p>
            <a:r>
              <a:rPr lang="es-ES" sz="1200" dirty="0"/>
              <a:t>CATA</a:t>
            </a:r>
            <a:endParaRPr lang="es-CO" sz="1200" dirty="0"/>
          </a:p>
        </p:txBody>
      </p:sp>
      <p:sp>
        <p:nvSpPr>
          <p:cNvPr id="5" name="2 Subtítulo"/>
          <p:cNvSpPr txBox="1">
            <a:spLocks/>
          </p:cNvSpPr>
          <p:nvPr/>
        </p:nvSpPr>
        <p:spPr>
          <a:xfrm>
            <a:off x="683568" y="2078213"/>
            <a:ext cx="7636004" cy="702715"/>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lgn="ctr">
              <a:buNone/>
            </a:pPr>
            <a:r>
              <a:rPr lang="es-CO" sz="3000" b="1" i="1" dirty="0"/>
              <a:t>Determinan la velocidad a la que funciona el </a:t>
            </a:r>
            <a:r>
              <a:rPr lang="es-CO" sz="3000" b="1" i="1" dirty="0" err="1"/>
              <a:t>microcontrolador</a:t>
            </a:r>
            <a:endParaRPr lang="es-CO" sz="3000" b="1" i="1" dirty="0"/>
          </a:p>
        </p:txBody>
      </p:sp>
      <p:sp>
        <p:nvSpPr>
          <p:cNvPr id="3" name="Rectángulo 2"/>
          <p:cNvSpPr/>
          <p:nvPr/>
        </p:nvSpPr>
        <p:spPr>
          <a:xfrm>
            <a:off x="1438996" y="6309320"/>
            <a:ext cx="6085332" cy="276999"/>
          </a:xfrm>
          <a:prstGeom prst="rect">
            <a:avLst/>
          </a:prstGeom>
        </p:spPr>
        <p:txBody>
          <a:bodyPr>
            <a:spAutoFit/>
          </a:bodyPr>
          <a:lstStyle/>
          <a:p>
            <a:pPr algn="ctr"/>
            <a:r>
              <a:rPr lang="en-US" sz="1200" dirty="0"/>
              <a:t>http://kdelectronics.blogspot.com.co/2013/03/using-crystal-resonator-with.html</a:t>
            </a:r>
          </a:p>
        </p:txBody>
      </p:sp>
      <p:pic>
        <p:nvPicPr>
          <p:cNvPr id="3074" name="Picture 2" descr="Resultado de imagen para Oscillator microcontroller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5708" y="3140968"/>
            <a:ext cx="5338580" cy="3091511"/>
          </a:xfrm>
          <a:prstGeom prst="rect">
            <a:avLst/>
          </a:prstGeom>
          <a:noFill/>
          <a:extLst>
            <a:ext uri="{909E8E84-426E-40DD-AFC4-6F175D3DCCD1}">
              <a14:hiddenFill xmlns:a14="http://schemas.microsoft.com/office/drawing/2010/main">
                <a:solidFill>
                  <a:srgbClr val="FFFFFF"/>
                </a:solidFill>
              </a14:hiddenFill>
            </a:ext>
          </a:extLst>
        </p:spPr>
      </p:pic>
      <p:sp>
        <p:nvSpPr>
          <p:cNvPr id="4" name="Rectángulo 3"/>
          <p:cNvSpPr/>
          <p:nvPr/>
        </p:nvSpPr>
        <p:spPr>
          <a:xfrm>
            <a:off x="5580112" y="4797152"/>
            <a:ext cx="1440160" cy="129614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9" name="Rectángulo 8"/>
          <p:cNvSpPr/>
          <p:nvPr/>
        </p:nvSpPr>
        <p:spPr>
          <a:xfrm>
            <a:off x="5533915" y="4689348"/>
            <a:ext cx="1515932" cy="1446550"/>
          </a:xfrm>
          <a:prstGeom prst="rect">
            <a:avLst/>
          </a:prstGeom>
        </p:spPr>
        <p:txBody>
          <a:bodyPr>
            <a:spAutoFit/>
          </a:bodyPr>
          <a:lstStyle/>
          <a:p>
            <a:pPr algn="ctr"/>
            <a:r>
              <a:rPr lang="es-CO" sz="1100" dirty="0">
                <a:solidFill>
                  <a:schemeClr val="bg1"/>
                </a:solidFill>
              </a:rPr>
              <a:t>Este es el circuito que debe agregarse al microcontrolador: un cristal resonador y dos capacitores cerámicos. El resto del circuito está adentro del micro.</a:t>
            </a:r>
          </a:p>
        </p:txBody>
      </p:sp>
    </p:spTree>
    <p:extLst>
      <p:ext uri="{BB962C8B-B14F-4D97-AF65-F5344CB8AC3E}">
        <p14:creationId xmlns:p14="http://schemas.microsoft.com/office/powerpoint/2010/main" val="403547191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88490" y="570156"/>
            <a:ext cx="7987965" cy="1054250"/>
          </a:xfrm>
        </p:spPr>
        <p:txBody>
          <a:bodyPr/>
          <a:lstStyle/>
          <a:p>
            <a:r>
              <a:rPr lang="es-ES" sz="4000" dirty="0"/>
              <a:t>4.9. </a:t>
            </a:r>
            <a:r>
              <a:rPr lang="es-CO" sz="4000" dirty="0"/>
              <a:t>Tipos de </a:t>
            </a:r>
            <a:r>
              <a:rPr lang="es-CO" sz="4000" dirty="0" err="1"/>
              <a:t>microntroladores</a:t>
            </a:r>
            <a:r>
              <a:rPr lang="es-ES" sz="4000" dirty="0"/>
              <a:t>.</a:t>
            </a:r>
            <a:endParaRPr lang="es-CO" sz="4000" dirty="0"/>
          </a:p>
        </p:txBody>
      </p:sp>
      <p:sp>
        <p:nvSpPr>
          <p:cNvPr id="35" name="34 Rectángulo"/>
          <p:cNvSpPr/>
          <p:nvPr/>
        </p:nvSpPr>
        <p:spPr>
          <a:xfrm>
            <a:off x="7690874" y="6680393"/>
            <a:ext cx="628698" cy="276999"/>
          </a:xfrm>
          <a:prstGeom prst="rect">
            <a:avLst/>
          </a:prstGeom>
        </p:spPr>
        <p:txBody>
          <a:bodyPr wrap="none">
            <a:spAutoFit/>
          </a:bodyPr>
          <a:lstStyle/>
          <a:p>
            <a:r>
              <a:rPr lang="es-ES" sz="1200" dirty="0"/>
              <a:t>CATA</a:t>
            </a:r>
            <a:endParaRPr lang="es-CO" sz="1200" dirty="0"/>
          </a:p>
        </p:txBody>
      </p:sp>
      <p:sp>
        <p:nvSpPr>
          <p:cNvPr id="5" name="2 Subtítulo"/>
          <p:cNvSpPr txBox="1">
            <a:spLocks/>
          </p:cNvSpPr>
          <p:nvPr/>
        </p:nvSpPr>
        <p:spPr>
          <a:xfrm>
            <a:off x="683568" y="2132856"/>
            <a:ext cx="7636004" cy="4015083"/>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buNone/>
            </a:pPr>
            <a:r>
              <a:rPr lang="es-CO" b="1" i="1" dirty="0"/>
              <a:t>Algunos son:</a:t>
            </a:r>
          </a:p>
          <a:p>
            <a:pPr marL="0" indent="0">
              <a:buNone/>
            </a:pPr>
            <a:endParaRPr lang="es-CO" sz="2000" b="1" i="1" dirty="0"/>
          </a:p>
          <a:p>
            <a:pPr marL="0" indent="0">
              <a:buNone/>
            </a:pPr>
            <a:r>
              <a:rPr lang="es-CO" sz="2000" b="1" i="1" dirty="0"/>
              <a:t>    * Intel 8051</a:t>
            </a:r>
          </a:p>
          <a:p>
            <a:pPr marL="0" indent="0">
              <a:buNone/>
            </a:pPr>
            <a:r>
              <a:rPr lang="es-CO" sz="2000" b="1" i="1" dirty="0"/>
              <a:t>    * PIC (8-bit PIC16, PIC18, 16-bit dsPIC33 / PIC24 y 32-bit )</a:t>
            </a:r>
          </a:p>
          <a:p>
            <a:pPr marL="0" indent="0">
              <a:buNone/>
            </a:pPr>
            <a:r>
              <a:rPr lang="es-CO" sz="2000" b="1" i="1" dirty="0"/>
              <a:t>    * </a:t>
            </a:r>
            <a:r>
              <a:rPr lang="es-CO" sz="2000" b="1" i="1" dirty="0" err="1"/>
              <a:t>Analog</a:t>
            </a:r>
            <a:r>
              <a:rPr lang="es-CO" sz="2000" b="1" i="1" dirty="0"/>
              <a:t> </a:t>
            </a:r>
            <a:r>
              <a:rPr lang="es-CO" sz="2000" b="1" i="1" dirty="0" err="1"/>
              <a:t>Devices</a:t>
            </a:r>
            <a:r>
              <a:rPr lang="es-CO" sz="2000" b="1" i="1" dirty="0"/>
              <a:t>, ADSP-21xx digital </a:t>
            </a:r>
            <a:r>
              <a:rPr lang="es-CO" sz="2000" b="1" i="1" dirty="0" err="1"/>
              <a:t>signal</a:t>
            </a:r>
            <a:r>
              <a:rPr lang="es-CO" sz="2000" b="1" i="1" dirty="0"/>
              <a:t> </a:t>
            </a:r>
            <a:r>
              <a:rPr lang="es-CO" sz="2000" b="1" i="1" dirty="0" err="1"/>
              <a:t>processor</a:t>
            </a:r>
            <a:r>
              <a:rPr lang="es-CO" sz="2000" b="1" i="1" dirty="0"/>
              <a:t>.</a:t>
            </a:r>
          </a:p>
          <a:p>
            <a:pPr marL="0" indent="0">
              <a:buNone/>
            </a:pPr>
            <a:r>
              <a:rPr lang="es-CO" sz="2000" b="1" i="1" dirty="0"/>
              <a:t>    * </a:t>
            </a:r>
            <a:r>
              <a:rPr lang="es-CO" sz="2000" b="1" i="1" dirty="0" err="1"/>
              <a:t>Atmel</a:t>
            </a:r>
            <a:r>
              <a:rPr lang="es-CO" sz="2000" b="1" i="1" dirty="0"/>
              <a:t> AVR (8-bit), AVR32 (32-bit) y AT91SAM (32-bit).</a:t>
            </a:r>
          </a:p>
          <a:p>
            <a:pPr marL="0" indent="0">
              <a:buNone/>
            </a:pPr>
            <a:r>
              <a:rPr lang="es-CO" sz="2000" b="1" i="1" dirty="0"/>
              <a:t>    * </a:t>
            </a:r>
            <a:r>
              <a:rPr lang="es-CO" sz="2000" b="1" i="1" dirty="0" err="1"/>
              <a:t>Renesas</a:t>
            </a:r>
            <a:r>
              <a:rPr lang="es-CO" sz="2000" b="1" i="1" dirty="0"/>
              <a:t> </a:t>
            </a:r>
            <a:r>
              <a:rPr lang="es-CO" sz="2000" b="1" i="1" dirty="0" err="1"/>
              <a:t>Electronics</a:t>
            </a:r>
            <a:r>
              <a:rPr lang="es-CO" sz="2000" b="1" i="1" dirty="0"/>
              <a:t>, Hitachi H8  y Hitachi </a:t>
            </a:r>
            <a:r>
              <a:rPr lang="es-CO" sz="2000" b="1" i="1" dirty="0" err="1"/>
              <a:t>SuperH</a:t>
            </a:r>
            <a:r>
              <a:rPr lang="es-CO" sz="2000" b="1" i="1" dirty="0"/>
              <a:t> (32-bit).</a:t>
            </a:r>
          </a:p>
          <a:p>
            <a:pPr marL="0" indent="0">
              <a:buNone/>
            </a:pPr>
            <a:r>
              <a:rPr lang="es-CO" sz="2000" b="1" i="1" dirty="0"/>
              <a:t>    * </a:t>
            </a:r>
            <a:r>
              <a:rPr lang="en-US" sz="2000" b="1" i="1" dirty="0" err="1"/>
              <a:t>Freescale</a:t>
            </a:r>
            <a:r>
              <a:rPr lang="en-US" sz="2000" b="1" i="1" dirty="0"/>
              <a:t> </a:t>
            </a:r>
            <a:r>
              <a:rPr lang="en-US" sz="2000" b="1" i="1" dirty="0" err="1"/>
              <a:t>ColdFire</a:t>
            </a:r>
            <a:r>
              <a:rPr lang="en-US" sz="2000" b="1" i="1" dirty="0"/>
              <a:t> (32-bit) y S08 (8-bit)</a:t>
            </a:r>
          </a:p>
          <a:p>
            <a:pPr marL="0" indent="0">
              <a:buNone/>
            </a:pPr>
            <a:r>
              <a:rPr lang="es-CO" sz="2000" b="1" i="1" dirty="0"/>
              <a:t>    * Toshiba TLCS-870 (8-bit/16-bit)</a:t>
            </a:r>
          </a:p>
          <a:p>
            <a:pPr marL="0" indent="0">
              <a:buNone/>
            </a:pPr>
            <a:r>
              <a:rPr lang="es-CO" sz="2000" b="1" i="1" dirty="0"/>
              <a:t>    * Texas Instruments </a:t>
            </a:r>
            <a:r>
              <a:rPr lang="es-CO" sz="2000" b="1" i="1" dirty="0" err="1"/>
              <a:t>Microcontrollers</a:t>
            </a:r>
            <a:r>
              <a:rPr lang="es-CO" sz="2000" b="1" i="1" dirty="0"/>
              <a:t> MSP430 (16-bit), C2000 	(32-bit), y </a:t>
            </a:r>
            <a:r>
              <a:rPr lang="es-CO" sz="2000" b="1" i="1" dirty="0" err="1"/>
              <a:t>Stellaris</a:t>
            </a:r>
            <a:r>
              <a:rPr lang="es-CO" sz="2000" b="1" i="1" dirty="0"/>
              <a:t> (32-bit)</a:t>
            </a:r>
          </a:p>
          <a:p>
            <a:pPr marL="0" indent="0">
              <a:buNone/>
            </a:pPr>
            <a:r>
              <a:rPr lang="es-CO" sz="2000" b="1" i="1" dirty="0"/>
              <a:t>        </a:t>
            </a:r>
          </a:p>
        </p:txBody>
      </p:sp>
      <p:sp>
        <p:nvSpPr>
          <p:cNvPr id="9" name="8 Elipse"/>
          <p:cNvSpPr/>
          <p:nvPr/>
        </p:nvSpPr>
        <p:spPr>
          <a:xfrm>
            <a:off x="228600" y="4716163"/>
            <a:ext cx="6363816" cy="432048"/>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0" name="9 Elipse"/>
          <p:cNvSpPr/>
          <p:nvPr/>
        </p:nvSpPr>
        <p:spPr>
          <a:xfrm>
            <a:off x="207289" y="3267619"/>
            <a:ext cx="8469167" cy="432048"/>
          </a:xfrm>
          <a:prstGeom prst="ellipse">
            <a:avLst/>
          </a:prstGeom>
          <a:no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solidFill>
                <a:srgbClr val="00B0F0"/>
              </a:solidFill>
            </a:endParaRPr>
          </a:p>
        </p:txBody>
      </p:sp>
      <p:cxnSp>
        <p:nvCxnSpPr>
          <p:cNvPr id="6" name="5 Conector recto de flecha"/>
          <p:cNvCxnSpPr/>
          <p:nvPr/>
        </p:nvCxnSpPr>
        <p:spPr>
          <a:xfrm flipH="1">
            <a:off x="6697960" y="4930960"/>
            <a:ext cx="682352" cy="1227"/>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4" name="2 Subtítulo"/>
          <p:cNvSpPr txBox="1">
            <a:spLocks/>
          </p:cNvSpPr>
          <p:nvPr/>
        </p:nvSpPr>
        <p:spPr>
          <a:xfrm>
            <a:off x="7335463" y="4712766"/>
            <a:ext cx="1861567" cy="436389"/>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buNone/>
            </a:pPr>
            <a:r>
              <a:rPr lang="es-CO" b="1" i="1" dirty="0">
                <a:solidFill>
                  <a:srgbClr val="FF0000"/>
                </a:solidFill>
              </a:rPr>
              <a:t>Más común.</a:t>
            </a:r>
          </a:p>
        </p:txBody>
      </p:sp>
      <p:cxnSp>
        <p:nvCxnSpPr>
          <p:cNvPr id="15" name="14 Conector recto de flecha"/>
          <p:cNvCxnSpPr/>
          <p:nvPr/>
        </p:nvCxnSpPr>
        <p:spPr>
          <a:xfrm flipH="1">
            <a:off x="6774160" y="2911771"/>
            <a:ext cx="792088" cy="288032"/>
          </a:xfrm>
          <a:prstGeom prst="straightConnector1">
            <a:avLst/>
          </a:prstGeom>
          <a:ln w="38100">
            <a:solidFill>
              <a:srgbClr val="00B0F0"/>
            </a:solidFill>
            <a:tailEnd type="arrow"/>
          </a:ln>
        </p:spPr>
        <p:style>
          <a:lnRef idx="1">
            <a:schemeClr val="accent1"/>
          </a:lnRef>
          <a:fillRef idx="0">
            <a:schemeClr val="accent1"/>
          </a:fillRef>
          <a:effectRef idx="0">
            <a:schemeClr val="accent1"/>
          </a:effectRef>
          <a:fontRef idx="minor">
            <a:schemeClr val="tx1"/>
          </a:fontRef>
        </p:style>
      </p:cxnSp>
      <p:sp>
        <p:nvSpPr>
          <p:cNvPr id="17" name="2 Subtítulo"/>
          <p:cNvSpPr txBox="1">
            <a:spLocks/>
          </p:cNvSpPr>
          <p:nvPr/>
        </p:nvSpPr>
        <p:spPr>
          <a:xfrm>
            <a:off x="7596336" y="2691555"/>
            <a:ext cx="1728192" cy="508248"/>
          </a:xfrm>
          <a:prstGeom prst="rect">
            <a:avLst/>
          </a:prstGeom>
          <a:ln>
            <a:noFill/>
          </a:ln>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buNone/>
            </a:pPr>
            <a:r>
              <a:rPr lang="es-CO" sz="2200" b="1" i="1" dirty="0">
                <a:solidFill>
                  <a:srgbClr val="00B0F0"/>
                </a:solidFill>
              </a:rPr>
              <a:t>El nuestro!</a:t>
            </a:r>
          </a:p>
        </p:txBody>
      </p:sp>
    </p:spTree>
    <p:extLst>
      <p:ext uri="{BB962C8B-B14F-4D97-AF65-F5344CB8AC3E}">
        <p14:creationId xmlns:p14="http://schemas.microsoft.com/office/powerpoint/2010/main" val="2673009783"/>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izarra">
  <a:themeElements>
    <a:clrScheme name="Pizarra">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Pizarra">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izarra">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3-Sistemas Secuenciales</Template>
  <TotalTime>250</TotalTime>
  <Words>591</Words>
  <Application>Microsoft Office PowerPoint</Application>
  <PresentationFormat>Presentación en pantalla (4:3)</PresentationFormat>
  <Paragraphs>79</Paragraphs>
  <Slides>11</Slides>
  <Notes>1</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11</vt:i4>
      </vt:variant>
    </vt:vector>
  </HeadingPairs>
  <TitlesOfParts>
    <vt:vector size="17" baseType="lpstr">
      <vt:lpstr>Calibri</vt:lpstr>
      <vt:lpstr>Calisto MT</vt:lpstr>
      <vt:lpstr>Trebuchet MS</vt:lpstr>
      <vt:lpstr>Wingdings</vt:lpstr>
      <vt:lpstr>Wingdings 2</vt:lpstr>
      <vt:lpstr>Pizarra</vt:lpstr>
      <vt:lpstr>4. Microcontroladores.</vt:lpstr>
      <vt:lpstr>4.1. ¿Qué es un microcontrolador?</vt:lpstr>
      <vt:lpstr>4.2. Procedimiento para hacer funcionar un microcontrolador</vt:lpstr>
      <vt:lpstr>4.2. Procedimiento para hacer funcionar un microcontrolador</vt:lpstr>
      <vt:lpstr>4.3. Estructura de un microcontrolador.</vt:lpstr>
      <vt:lpstr>4.4. CPU del microcontrolador.</vt:lpstr>
      <vt:lpstr>4.5. Registros.</vt:lpstr>
      <vt:lpstr>4.6. Puertos.</vt:lpstr>
      <vt:lpstr>4.7. Memorias.</vt:lpstr>
      <vt:lpstr>4.8. Osciladores.</vt:lpstr>
      <vt:lpstr>4.9. Tipos de microntroladores.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 Sistemas Secuenciales.</dc:title>
  <dc:creator>MeliCalelo</dc:creator>
  <cp:lastModifiedBy>Windows User</cp:lastModifiedBy>
  <cp:revision>94</cp:revision>
  <dcterms:created xsi:type="dcterms:W3CDTF">2011-02-14T00:22:22Z</dcterms:created>
  <dcterms:modified xsi:type="dcterms:W3CDTF">2017-08-23T19:43:26Z</dcterms:modified>
</cp:coreProperties>
</file>