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71" r:id="rId5"/>
    <p:sldId id="262" r:id="rId6"/>
    <p:sldId id="263" r:id="rId7"/>
    <p:sldId id="266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4379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109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279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438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998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680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2650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1791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406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813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0747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5340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73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9706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431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3177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226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61571ED-39D6-443C-9EF8-3AD8EC129B98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1718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abuitragod@unal.edu.co" TargetMode="External"/><Relationship Id="rId2" Type="http://schemas.openxmlformats.org/officeDocument/2006/relationships/hyperlink" Target="mailto:catrujila@unal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CO" dirty="0"/>
              <a:t>Taller V:</a:t>
            </a:r>
            <a:br>
              <a:rPr lang="es-CO" dirty="0"/>
            </a:br>
            <a:r>
              <a:rPr lang="es-CO" dirty="0"/>
              <a:t>Electrónica Digital y </a:t>
            </a:r>
            <a:r>
              <a:rPr lang="es-CO" dirty="0" err="1"/>
              <a:t>Microcontroladores</a:t>
            </a:r>
            <a:r>
              <a:rPr lang="es-CO" dirty="0"/>
              <a:t>.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560" y="3645024"/>
            <a:ext cx="7920880" cy="2952328"/>
          </a:xfrm>
        </p:spPr>
        <p:txBody>
          <a:bodyPr>
            <a:normAutofit/>
          </a:bodyPr>
          <a:lstStyle/>
          <a:p>
            <a:r>
              <a:rPr lang="es-CO" dirty="0"/>
              <a:t>Carlos Alejandro Trujillo Anaya – </a:t>
            </a:r>
            <a:r>
              <a:rPr lang="es-CO" dirty="0">
                <a:solidFill>
                  <a:schemeClr val="bg1"/>
                </a:solidFill>
                <a:hlinkClick r:id="rId2"/>
              </a:rPr>
              <a:t>catrujila@unal.edu.co</a:t>
            </a:r>
            <a:endParaRPr lang="es-CO" dirty="0">
              <a:solidFill>
                <a:schemeClr val="bg1"/>
              </a:solidFill>
            </a:endParaRPr>
          </a:p>
          <a:p>
            <a:r>
              <a:rPr lang="es-CO" dirty="0"/>
              <a:t>Monitores: Carlos Andrés Buitrago Duque </a:t>
            </a:r>
            <a:r>
              <a:rPr lang="es-CO" dirty="0">
                <a:hlinkClick r:id="rId3"/>
              </a:rPr>
              <a:t>cabuitragod@unal.edu.co</a:t>
            </a:r>
            <a:endParaRPr lang="es-CO" dirty="0"/>
          </a:p>
          <a:p>
            <a:r>
              <a:rPr lang="es-CO" dirty="0"/>
              <a:t>Semestre 2017-02.</a:t>
            </a:r>
          </a:p>
          <a:p>
            <a:r>
              <a:rPr lang="es-CO" dirty="0"/>
              <a:t>Escuela de Física, Facultad de Ciencias, Universidad Nacional de Colombia - Sede Medellín.</a:t>
            </a:r>
          </a:p>
          <a:p>
            <a:r>
              <a:rPr lang="es-CO" dirty="0"/>
              <a:t>Asignatura perteneciente al componente disciplinar de Ingeniería Física.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CO" dirty="0"/>
              <a:t>Objetivos del Curso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/>
              <a:t>Adquirir los conocimientos básicos de Electrónica Digital para afrontar los microcontroladores. </a:t>
            </a:r>
          </a:p>
          <a:p>
            <a:pPr marL="0" indent="0" algn="just">
              <a:buNone/>
            </a:pPr>
            <a:r>
              <a:rPr lang="es-ES" dirty="0"/>
              <a:t> </a:t>
            </a:r>
            <a:endParaRPr lang="es-CO" dirty="0"/>
          </a:p>
          <a:p>
            <a:pPr algn="just"/>
            <a:r>
              <a:rPr lang="es-ES" dirty="0"/>
              <a:t>Desarrollar destrezas en el manejo de los Microcontroladores (PIC) y solucionar problemas de tipo práctico con ellos.</a:t>
            </a:r>
          </a:p>
          <a:p>
            <a:pPr lvl="1" algn="just"/>
            <a:r>
              <a:rPr lang="es-ES" dirty="0"/>
              <a:t>Desarrollar habilidades en el manejo del software dedicado a la simulación (depuración), compilación y programación de Microcontroladores.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Desarrollar habilidades en el diseño y fabricación de </a:t>
            </a:r>
            <a:r>
              <a:rPr lang="es-ES" dirty="0" err="1"/>
              <a:t>PCBs</a:t>
            </a:r>
            <a:r>
              <a:rPr lang="es-ES" dirty="0"/>
              <a:t>.</a:t>
            </a:r>
            <a:endParaRPr lang="es-CO" dirty="0"/>
          </a:p>
          <a:p>
            <a:pPr algn="just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/>
              <a:t>Programa – Parte I, Electrónica Digital.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Introducción al mundo Digital.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48145"/>
            <a:ext cx="3194721" cy="1746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649" y="2084755"/>
            <a:ext cx="1778225" cy="177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020" y="4467074"/>
            <a:ext cx="2815396" cy="1557853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5004048" y="6135687"/>
            <a:ext cx="3778513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200" dirty="0"/>
              <a:t>https://www.videomaker.com/article/14560-use-analog-to-digital-converters-properly</a:t>
            </a:r>
          </a:p>
        </p:txBody>
      </p:sp>
      <p:sp>
        <p:nvSpPr>
          <p:cNvPr id="6" name="Rectángulo 5"/>
          <p:cNvSpPr/>
          <p:nvPr/>
        </p:nvSpPr>
        <p:spPr>
          <a:xfrm>
            <a:off x="186357" y="389391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200" dirty="0"/>
              <a:t>https://es.pinterest.com/missmoski/soundwave/</a:t>
            </a:r>
          </a:p>
        </p:txBody>
      </p:sp>
      <p:pic>
        <p:nvPicPr>
          <p:cNvPr id="1026" name="Picture 2" descr="Image result for sound wav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6" y="2158473"/>
            <a:ext cx="3084623" cy="173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/>
          <p:cNvSpPr/>
          <p:nvPr/>
        </p:nvSpPr>
        <p:spPr>
          <a:xfrm>
            <a:off x="4628328" y="392236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200" dirty="0"/>
              <a:t>https://ecisneros.wordpress.com/2012/05/21/analog-vs-digital-2/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60040" y="6248345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200" dirty="0"/>
              <a:t>http://www.karbosguide.com/hardware/module7c1.htm</a:t>
            </a:r>
          </a:p>
        </p:txBody>
      </p:sp>
    </p:spTree>
    <p:extLst>
      <p:ext uri="{BB962C8B-B14F-4D97-AF65-F5344CB8AC3E}">
        <p14:creationId xmlns:p14="http://schemas.microsoft.com/office/powerpoint/2010/main" val="227265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/>
              <a:t>Programa – Parte Adicional, Diseño y Fabricación </a:t>
            </a:r>
            <a:r>
              <a:rPr lang="es-CO" sz="3000" dirty="0" err="1"/>
              <a:t>PCBs</a:t>
            </a:r>
            <a:r>
              <a:rPr lang="es-CO" sz="3000" dirty="0"/>
              <a:t>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312243"/>
            <a:ext cx="7745505" cy="604589"/>
          </a:xfrm>
        </p:spPr>
        <p:txBody>
          <a:bodyPr/>
          <a:lstStyle/>
          <a:p>
            <a:r>
              <a:rPr lang="es-ES" dirty="0"/>
              <a:t>Software EAGLE.</a:t>
            </a:r>
            <a:endParaRPr lang="es-CO" dirty="0"/>
          </a:p>
        </p:txBody>
      </p:sp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96952"/>
            <a:ext cx="3556972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76872"/>
            <a:ext cx="3744416" cy="227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https://encrypted-tbn2.gstatic.com/images?q=tbn:ANd9GcSMlMv1_mAXnkdSBWaTr4sCYPmtSSLA5EEadb6Tn5qkC3VkIDjPB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116" y="4797152"/>
            <a:ext cx="3048273" cy="152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61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/>
              <a:t>Programa – Parte II, </a:t>
            </a:r>
            <a:r>
              <a:rPr lang="es-CO" sz="3000" dirty="0" err="1"/>
              <a:t>Microcontroladores</a:t>
            </a:r>
            <a:r>
              <a:rPr lang="es-CO" sz="3000" dirty="0"/>
              <a:t>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ES" dirty="0"/>
              <a:t>Fundamentos Microcontroladores.</a:t>
            </a:r>
            <a:endParaRPr lang="es-C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328292"/>
            <a:ext cx="3290182" cy="3851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04968"/>
            <a:ext cx="3306950" cy="269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6455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/>
              <a:t>Programa – Parte II, </a:t>
            </a:r>
            <a:r>
              <a:rPr lang="es-CO" sz="3000" dirty="0" err="1"/>
              <a:t>Microcontroladores</a:t>
            </a:r>
            <a:r>
              <a:rPr lang="es-CO" sz="3000" dirty="0"/>
              <a:t>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Software de Simulación y Compilación.</a:t>
            </a:r>
            <a:endParaRPr lang="es-CO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504659"/>
            <a:ext cx="17240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09" y="3045092"/>
            <a:ext cx="3240360" cy="231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https://tams.informatik.uni-hamburg.de/applets/hades/webdemos/images/gate-jkff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603" y="2223822"/>
            <a:ext cx="3177089" cy="219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4 Marcador de contenido"/>
          <p:cNvSpPr txBox="1">
            <a:spLocks/>
          </p:cNvSpPr>
          <p:nvPr/>
        </p:nvSpPr>
        <p:spPr>
          <a:xfrm>
            <a:off x="7503727" y="3900070"/>
            <a:ext cx="1872208" cy="604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1600" i="1" dirty="0"/>
              <a:t>Hades</a:t>
            </a:r>
          </a:p>
        </p:txBody>
      </p:sp>
    </p:spTree>
    <p:extLst>
      <p:ext uri="{BB962C8B-B14F-4D97-AF65-F5344CB8AC3E}">
        <p14:creationId xmlns:p14="http://schemas.microsoft.com/office/powerpoint/2010/main" val="358614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/>
              <a:t>Programa – Parte II, </a:t>
            </a:r>
            <a:r>
              <a:rPr lang="es-CO" sz="3000" dirty="0" err="1"/>
              <a:t>Microcontroladores</a:t>
            </a:r>
            <a:r>
              <a:rPr lang="es-CO" sz="3000" dirty="0"/>
              <a:t>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Puertos, Interrupciones y Temporizadores.</a:t>
            </a:r>
            <a:endParaRPr lang="es-CO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50" y="2396733"/>
            <a:ext cx="3636205" cy="235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348880"/>
            <a:ext cx="2304256" cy="244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941168"/>
            <a:ext cx="5084043" cy="1755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474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/>
              <a:t>Programa – Parte II, </a:t>
            </a:r>
            <a:r>
              <a:rPr lang="es-CO" sz="3000" dirty="0" err="1"/>
              <a:t>Microcontroladores</a:t>
            </a:r>
            <a:r>
              <a:rPr lang="es-CO" sz="3000" dirty="0"/>
              <a:t>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Conversor A/D.</a:t>
            </a:r>
            <a:endParaRPr lang="es-CO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6952"/>
            <a:ext cx="3470242" cy="2274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186018"/>
            <a:ext cx="4441676" cy="2235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474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/>
              <a:t>Programa – Parte II, </a:t>
            </a:r>
            <a:r>
              <a:rPr lang="es-CO" sz="3000" dirty="0" err="1"/>
              <a:t>Microcontroladores</a:t>
            </a:r>
            <a:r>
              <a:rPr lang="es-CO" sz="3000" dirty="0"/>
              <a:t>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Módulos de Comunicación.</a:t>
            </a:r>
            <a:endParaRPr lang="es-CO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48880"/>
            <a:ext cx="3343924" cy="375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917820"/>
            <a:ext cx="4247753" cy="2614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328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/>
              <a:t>Programa – Parte II, </a:t>
            </a:r>
            <a:r>
              <a:rPr lang="es-CO" sz="3000" dirty="0" err="1"/>
              <a:t>Microcontroladores</a:t>
            </a:r>
            <a:r>
              <a:rPr lang="es-CO" sz="3000" dirty="0"/>
              <a:t>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Módulo CCP. Señal PWM.</a:t>
            </a:r>
            <a:endParaRPr lang="es-CO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64904"/>
            <a:ext cx="2753553" cy="1461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181" y="2805757"/>
            <a:ext cx="5239291" cy="3167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52" y="4389635"/>
            <a:ext cx="220980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328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56263" cy="1054250"/>
          </a:xfrm>
        </p:spPr>
        <p:txBody>
          <a:bodyPr/>
          <a:lstStyle/>
          <a:p>
            <a:r>
              <a:rPr lang="es-CO" sz="4000" dirty="0"/>
              <a:t>Metodología y Evaluación.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683568" y="2204864"/>
            <a:ext cx="7745505" cy="4320480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es-ES" dirty="0"/>
              <a:t>Exposición de teoría y explicación de Hoja de Datos.</a:t>
            </a:r>
            <a:endParaRPr lang="es-CO" dirty="0"/>
          </a:p>
          <a:p>
            <a:pPr lvl="0" algn="just"/>
            <a:r>
              <a:rPr lang="es-ES" dirty="0"/>
              <a:t>Prácticas con el fin de desarrollar destrezas.</a:t>
            </a:r>
            <a:endParaRPr lang="es-CO" dirty="0"/>
          </a:p>
          <a:p>
            <a:pPr lvl="0" algn="just"/>
            <a:r>
              <a:rPr lang="es-ES" dirty="0"/>
              <a:t>Elaboración de un proyecto final relacionado con los temas del curso, fundamentalmente conversión AD y comunicación serial de algún tipo. </a:t>
            </a:r>
            <a:endParaRPr lang="es-CO" dirty="0"/>
          </a:p>
          <a:p>
            <a:pPr algn="just"/>
            <a:r>
              <a:rPr lang="es-ES" dirty="0"/>
              <a:t>Entregables del proyecto a lo largo del semestre.</a:t>
            </a:r>
          </a:p>
          <a:p>
            <a:pPr algn="just"/>
            <a:r>
              <a:rPr lang="es-ES" dirty="0"/>
              <a:t>Asistencia obligatoria.</a:t>
            </a:r>
          </a:p>
          <a:p>
            <a:pPr algn="just"/>
            <a:r>
              <a:rPr lang="es-ES" b="1" dirty="0"/>
              <a:t>Evaluación:</a:t>
            </a:r>
            <a:r>
              <a:rPr lang="es-ES" dirty="0"/>
              <a:t> </a:t>
            </a:r>
            <a:endParaRPr lang="es-CO" dirty="0"/>
          </a:p>
          <a:p>
            <a:pPr marL="0" indent="0" algn="just">
              <a:buNone/>
            </a:pPr>
            <a:r>
              <a:rPr lang="es-ES" dirty="0"/>
              <a:t>	Prácticas 40% (Todas tienen el mismo valor).</a:t>
            </a:r>
          </a:p>
          <a:p>
            <a:pPr marL="0" indent="0" algn="just">
              <a:buNone/>
            </a:pPr>
            <a:r>
              <a:rPr lang="es-ES" dirty="0"/>
              <a:t>	Proyecto Final 40%.</a:t>
            </a:r>
          </a:p>
          <a:p>
            <a:pPr marL="0" indent="0" algn="just">
              <a:buNone/>
            </a:pPr>
            <a:r>
              <a:rPr lang="es-ES" dirty="0"/>
              <a:t>	Examen parcial 20%.	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49654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249</TotalTime>
  <Words>244</Words>
  <Application>Microsoft Office PowerPoint</Application>
  <PresentationFormat>Presentación en pantalla 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Calisto MT</vt:lpstr>
      <vt:lpstr>Trebuchet MS</vt:lpstr>
      <vt:lpstr>Wingdings</vt:lpstr>
      <vt:lpstr>Wingdings 2</vt:lpstr>
      <vt:lpstr>Pizarra</vt:lpstr>
      <vt:lpstr>Taller V: Electrónica Digital y Microcontroladores.</vt:lpstr>
      <vt:lpstr>Objetivos del Curso</vt:lpstr>
      <vt:lpstr>Programa – Parte I, Electrónica Digital.</vt:lpstr>
      <vt:lpstr>Programa – Parte Adicional, Diseño y Fabricación PCBs.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Metodología y Evaluación.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Optodigital</cp:lastModifiedBy>
  <cp:revision>97</cp:revision>
  <dcterms:created xsi:type="dcterms:W3CDTF">2011-01-25T07:15:41Z</dcterms:created>
  <dcterms:modified xsi:type="dcterms:W3CDTF">2017-07-31T12:54:50Z</dcterms:modified>
</cp:coreProperties>
</file>