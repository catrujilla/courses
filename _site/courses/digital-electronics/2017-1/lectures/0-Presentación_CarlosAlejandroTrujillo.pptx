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71" r:id="rId5"/>
    <p:sldId id="262" r:id="rId6"/>
    <p:sldId id="263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fonnegrag@unal.edu.co" TargetMode="External"/><Relationship Id="rId2" Type="http://schemas.openxmlformats.org/officeDocument/2006/relationships/hyperlink" Target="mailto:catrujila@unal.edu.c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abuitragod@unal.edu.co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 smtClean="0"/>
              <a:t>Taller V:</a:t>
            </a:r>
            <a:br>
              <a:rPr lang="es-CO" dirty="0" smtClean="0"/>
            </a:br>
            <a:r>
              <a:rPr lang="es-CO" dirty="0" smtClean="0"/>
              <a:t>Electrónica Digital y </a:t>
            </a:r>
            <a:r>
              <a:rPr lang="es-CO" dirty="0" err="1" smtClean="0"/>
              <a:t>Microcontroladores</a:t>
            </a:r>
            <a:r>
              <a:rPr lang="es-CO" dirty="0"/>
              <a:t>.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3645024"/>
            <a:ext cx="7920880" cy="2952328"/>
          </a:xfrm>
        </p:spPr>
        <p:txBody>
          <a:bodyPr>
            <a:normAutofit fontScale="92500" lnSpcReduction="10000"/>
          </a:bodyPr>
          <a:lstStyle/>
          <a:p>
            <a:r>
              <a:rPr lang="es-CO" dirty="0" smtClean="0"/>
              <a:t>Carlos Alejandro Trujillo Anaya – </a:t>
            </a:r>
            <a:r>
              <a:rPr lang="es-CO" dirty="0" smtClean="0">
                <a:solidFill>
                  <a:schemeClr val="bg1"/>
                </a:solidFill>
                <a:hlinkClick r:id="rId2"/>
              </a:rPr>
              <a:t>catrujila@unal.edu.co</a:t>
            </a:r>
            <a:endParaRPr lang="es-CO" dirty="0" smtClean="0">
              <a:solidFill>
                <a:schemeClr val="bg1"/>
              </a:solidFill>
            </a:endParaRPr>
          </a:p>
          <a:p>
            <a:r>
              <a:rPr lang="es-CO" dirty="0"/>
              <a:t>Monitores: Daniel </a:t>
            </a:r>
            <a:r>
              <a:rPr lang="es-CO" dirty="0" err="1"/>
              <a:t>Fonnegra</a:t>
            </a:r>
            <a:r>
              <a:rPr lang="es-CO" dirty="0"/>
              <a:t> </a:t>
            </a:r>
            <a:r>
              <a:rPr lang="es-CO" dirty="0" err="1"/>
              <a:t>Garcia</a:t>
            </a:r>
            <a:r>
              <a:rPr lang="es-CO" dirty="0"/>
              <a:t> </a:t>
            </a:r>
            <a:r>
              <a:rPr lang="es-CO" dirty="0" smtClean="0">
                <a:hlinkClick r:id="rId3"/>
              </a:rPr>
              <a:t>dfonnegrag@unal.edu.co</a:t>
            </a:r>
            <a:r>
              <a:rPr lang="es-CO" dirty="0" smtClean="0"/>
              <a:t> y</a:t>
            </a:r>
          </a:p>
          <a:p>
            <a:r>
              <a:rPr lang="es-CO" dirty="0"/>
              <a:t>Carlos </a:t>
            </a:r>
            <a:r>
              <a:rPr lang="es-CO" dirty="0" err="1"/>
              <a:t>Andres</a:t>
            </a:r>
            <a:r>
              <a:rPr lang="es-CO" dirty="0"/>
              <a:t> Buitrago Duque </a:t>
            </a:r>
            <a:r>
              <a:rPr lang="es-CO" dirty="0" smtClean="0">
                <a:hlinkClick r:id="rId4"/>
              </a:rPr>
              <a:t>cabuitragod@unal.edu.co</a:t>
            </a:r>
            <a:endParaRPr lang="es-CO" dirty="0" smtClean="0"/>
          </a:p>
          <a:p>
            <a:r>
              <a:rPr lang="es-CO" dirty="0" smtClean="0"/>
              <a:t>Semestre 2017-01.</a:t>
            </a:r>
            <a:endParaRPr lang="es-CO" dirty="0" smtClean="0"/>
          </a:p>
          <a:p>
            <a:r>
              <a:rPr lang="es-CO" dirty="0" smtClean="0"/>
              <a:t>Escuela de Física, Facultad de Ciencias, Universidad Nacional de Colombia - Sede Medellín.</a:t>
            </a:r>
          </a:p>
          <a:p>
            <a:r>
              <a:rPr lang="es-CO" dirty="0" smtClean="0"/>
              <a:t>Asignatura perteneciente al componente disciplinar de Ingeniería Física.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ES" dirty="0"/>
              <a:t>Adquirir </a:t>
            </a:r>
            <a:r>
              <a:rPr lang="es-ES" dirty="0" smtClean="0"/>
              <a:t>los conocimientos </a:t>
            </a:r>
            <a:r>
              <a:rPr lang="es-ES" dirty="0"/>
              <a:t>básicos </a:t>
            </a:r>
            <a:r>
              <a:rPr lang="es-ES" dirty="0" smtClean="0"/>
              <a:t>de Electrónica </a:t>
            </a:r>
            <a:r>
              <a:rPr lang="es-ES" dirty="0"/>
              <a:t>Digital para </a:t>
            </a:r>
            <a:r>
              <a:rPr lang="es-ES" dirty="0" smtClean="0"/>
              <a:t>afrontar los microcontroladores. </a:t>
            </a:r>
            <a:endParaRPr lang="es-ES" dirty="0"/>
          </a:p>
          <a:p>
            <a:pPr marL="0" indent="0" algn="just">
              <a:buNone/>
            </a:pPr>
            <a:r>
              <a:rPr lang="es-ES" dirty="0"/>
              <a:t> </a:t>
            </a:r>
            <a:endParaRPr lang="es-CO" dirty="0"/>
          </a:p>
          <a:p>
            <a:pPr algn="just"/>
            <a:r>
              <a:rPr lang="es-ES" dirty="0"/>
              <a:t>Desarrollar destrezas en el manejo de los </a:t>
            </a:r>
            <a:r>
              <a:rPr lang="es-ES" dirty="0" smtClean="0"/>
              <a:t>Microcontroladores (PIC) </a:t>
            </a:r>
            <a:r>
              <a:rPr lang="es-ES" dirty="0"/>
              <a:t>y solucionar problemas de tipo práctico con </a:t>
            </a:r>
            <a:r>
              <a:rPr lang="es-ES" dirty="0" smtClean="0"/>
              <a:t>ellos.</a:t>
            </a:r>
          </a:p>
          <a:p>
            <a:pPr lvl="1" algn="just"/>
            <a:r>
              <a:rPr lang="es-ES" dirty="0" smtClean="0"/>
              <a:t>Desarrollar </a:t>
            </a:r>
            <a:r>
              <a:rPr lang="es-ES" dirty="0"/>
              <a:t>habilidades en el manejo del software dedicado a la </a:t>
            </a:r>
            <a:r>
              <a:rPr lang="es-ES" dirty="0" smtClean="0"/>
              <a:t>simulación (depuración), </a:t>
            </a:r>
            <a:r>
              <a:rPr lang="es-ES" dirty="0"/>
              <a:t>compilación y programación de </a:t>
            </a:r>
            <a:r>
              <a:rPr lang="es-ES" dirty="0" smtClean="0"/>
              <a:t>Microcontroladores.</a:t>
            </a:r>
          </a:p>
          <a:p>
            <a:pPr algn="just"/>
            <a:endParaRPr lang="es-ES" dirty="0" smtClean="0"/>
          </a:p>
          <a:p>
            <a:pPr algn="just"/>
            <a:r>
              <a:rPr lang="es-ES" dirty="0" smtClean="0"/>
              <a:t>Desarrollar habilidades en el diseño y fabricación de </a:t>
            </a:r>
            <a:r>
              <a:rPr lang="es-ES" dirty="0" err="1" smtClean="0"/>
              <a:t>PCBs</a:t>
            </a:r>
            <a:r>
              <a:rPr lang="es-ES" dirty="0" smtClean="0"/>
              <a:t>.</a:t>
            </a:r>
            <a:endParaRPr lang="es-CO" dirty="0"/>
          </a:p>
          <a:p>
            <a:pPr algn="just"/>
            <a:endParaRPr lang="es-CO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dirty="0" smtClean="0"/>
              <a:t>Objetivos del Curso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I, Electrónica Digital.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 smtClean="0"/>
              <a:t>Introducción al mundo Digital.</a:t>
            </a:r>
            <a:endParaRPr lang="es-CO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48145"/>
            <a:ext cx="3194721" cy="174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649" y="2084755"/>
            <a:ext cx="1778225" cy="177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20" y="4467074"/>
            <a:ext cx="2815396" cy="1557853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004048" y="6135687"/>
            <a:ext cx="3778513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https://www.videomaker.com/article/14560-use-analog-to-digital-converters-properly</a:t>
            </a:r>
          </a:p>
        </p:txBody>
      </p:sp>
      <p:sp>
        <p:nvSpPr>
          <p:cNvPr id="6" name="Rectángulo 5"/>
          <p:cNvSpPr/>
          <p:nvPr/>
        </p:nvSpPr>
        <p:spPr>
          <a:xfrm>
            <a:off x="186357" y="389391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https://es.pinterest.com/missmoski/soundwave/</a:t>
            </a:r>
          </a:p>
        </p:txBody>
      </p:sp>
      <p:pic>
        <p:nvPicPr>
          <p:cNvPr id="1026" name="Picture 2" descr="Image result for sound wav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46" y="2158473"/>
            <a:ext cx="3084623" cy="173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4628328" y="392236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https://ecisneros.wordpress.com/2012/05/21/analog-vs-digital-2/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60040" y="624834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dirty="0"/>
              <a:t>http://www.karbosguide.com/hardware/module7c1.htm</a:t>
            </a:r>
          </a:p>
        </p:txBody>
      </p:sp>
    </p:spTree>
    <p:extLst>
      <p:ext uri="{BB962C8B-B14F-4D97-AF65-F5344CB8AC3E}">
        <p14:creationId xmlns:p14="http://schemas.microsoft.com/office/powerpoint/2010/main" val="227265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Adicional, Diseño y Fabricación </a:t>
            </a:r>
            <a:r>
              <a:rPr lang="es-CO" sz="3000" dirty="0" err="1" smtClean="0"/>
              <a:t>PCBs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312243"/>
            <a:ext cx="7745505" cy="604589"/>
          </a:xfrm>
        </p:spPr>
        <p:txBody>
          <a:bodyPr/>
          <a:lstStyle/>
          <a:p>
            <a:r>
              <a:rPr lang="es-ES" dirty="0" smtClean="0"/>
              <a:t>Software EAGLE.</a:t>
            </a:r>
            <a:endParaRPr lang="es-CO" dirty="0"/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355697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76872"/>
            <a:ext cx="3744416" cy="227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encrypted-tbn2.gstatic.com/images?q=tbn:ANd9GcSMlMv1_mAXnkdSBWaTr4sCYPmtSSLA5EEadb6Tn5qkC3VkIDjPB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16" y="4797152"/>
            <a:ext cx="3048273" cy="15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ES" dirty="0" smtClean="0"/>
              <a:t>Fundamentos Microcontroladores.</a:t>
            </a:r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328292"/>
            <a:ext cx="3290182" cy="385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04968"/>
            <a:ext cx="3306950" cy="269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6455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Software de Simulación y Compilación.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872" y="2132856"/>
            <a:ext cx="2088232" cy="209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504659"/>
            <a:ext cx="17240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365104"/>
            <a:ext cx="3240360" cy="231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https://tams.informatik.uni-hamburg.de/applets/hades/webdemos/images/gate-jkff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603" y="2053238"/>
            <a:ext cx="3177089" cy="219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4 Marcador de contenido"/>
          <p:cNvSpPr txBox="1">
            <a:spLocks/>
          </p:cNvSpPr>
          <p:nvPr/>
        </p:nvSpPr>
        <p:spPr>
          <a:xfrm>
            <a:off x="7503727" y="3900070"/>
            <a:ext cx="1872208" cy="604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600" i="1" dirty="0" smtClean="0"/>
              <a:t>Hades</a:t>
            </a:r>
            <a:endParaRPr lang="es-CO" sz="1600" i="1" dirty="0"/>
          </a:p>
        </p:txBody>
      </p:sp>
    </p:spTree>
    <p:extLst>
      <p:ext uri="{BB962C8B-B14F-4D97-AF65-F5344CB8AC3E}">
        <p14:creationId xmlns:p14="http://schemas.microsoft.com/office/powerpoint/2010/main" val="35861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Puertos, Interrupciones y Temporizadores.</a:t>
            </a:r>
            <a:endParaRPr lang="es-CO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50" y="2396733"/>
            <a:ext cx="3636205" cy="23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348880"/>
            <a:ext cx="2304256" cy="244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941168"/>
            <a:ext cx="5084043" cy="175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Conversor A/D</a:t>
            </a:r>
            <a:r>
              <a:rPr lang="es-ES" dirty="0" smtClean="0"/>
              <a:t>.</a:t>
            </a:r>
            <a:endParaRPr lang="es-C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470242" cy="227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186018"/>
            <a:ext cx="4441676" cy="223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Módulos de Comunicación.</a:t>
            </a:r>
            <a:endParaRPr lang="es-CO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48880"/>
            <a:ext cx="3343924" cy="375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917820"/>
            <a:ext cx="4247753" cy="261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 CCP. Señal PWM.</a:t>
            </a:r>
            <a:endParaRPr lang="es-CO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2753553" cy="1461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181" y="2805757"/>
            <a:ext cx="5239291" cy="3167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52" y="4389635"/>
            <a:ext cx="22098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s-CO" sz="4000" dirty="0" smtClean="0"/>
              <a:t>Metodología y Evaluación.</a:t>
            </a:r>
            <a:endParaRPr lang="es-CO" sz="4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4320480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s-ES" dirty="0"/>
              <a:t>Exposición de </a:t>
            </a:r>
            <a:r>
              <a:rPr lang="es-ES" dirty="0" smtClean="0"/>
              <a:t>teoría y explicación de Hoja de Datos.</a:t>
            </a:r>
            <a:endParaRPr lang="es-CO" dirty="0"/>
          </a:p>
          <a:p>
            <a:pPr lvl="0" algn="just"/>
            <a:r>
              <a:rPr lang="es-ES" dirty="0"/>
              <a:t>Prácticas </a:t>
            </a:r>
            <a:r>
              <a:rPr lang="es-ES" dirty="0" smtClean="0"/>
              <a:t>con </a:t>
            </a:r>
            <a:r>
              <a:rPr lang="es-ES" dirty="0"/>
              <a:t>el fin de desarrollar destrezas</a:t>
            </a:r>
            <a:r>
              <a:rPr lang="es-ES" dirty="0" smtClean="0"/>
              <a:t>.</a:t>
            </a:r>
            <a:endParaRPr lang="es-CO" dirty="0" smtClean="0"/>
          </a:p>
          <a:p>
            <a:pPr lvl="0" algn="just"/>
            <a:r>
              <a:rPr lang="es-ES" dirty="0" smtClean="0"/>
              <a:t>Elaboración </a:t>
            </a:r>
            <a:r>
              <a:rPr lang="es-ES" dirty="0"/>
              <a:t>de un proyecto final relacionado con los temas del curso, fundamentalmente conversión AD y comunicación con PC. </a:t>
            </a:r>
            <a:endParaRPr lang="es-CO" dirty="0"/>
          </a:p>
          <a:p>
            <a:pPr algn="just"/>
            <a:r>
              <a:rPr lang="es-ES" dirty="0" smtClean="0"/>
              <a:t>Entregables del proyecto a lo largo del semestre.</a:t>
            </a:r>
          </a:p>
          <a:p>
            <a:pPr algn="just"/>
            <a:r>
              <a:rPr lang="es-ES" dirty="0" smtClean="0"/>
              <a:t>Asistencia obligatoria.</a:t>
            </a:r>
          </a:p>
          <a:p>
            <a:pPr algn="just"/>
            <a:r>
              <a:rPr lang="es-ES" b="1" dirty="0" smtClean="0"/>
              <a:t>Evaluación</a:t>
            </a:r>
            <a:r>
              <a:rPr lang="es-ES" b="1" dirty="0"/>
              <a:t>:</a:t>
            </a:r>
            <a:r>
              <a:rPr lang="es-ES" dirty="0"/>
              <a:t> </a:t>
            </a:r>
            <a:endParaRPr lang="es-CO" dirty="0"/>
          </a:p>
          <a:p>
            <a:pPr marL="0" indent="0" algn="just">
              <a:buNone/>
            </a:pPr>
            <a:r>
              <a:rPr lang="es-ES" dirty="0" smtClean="0"/>
              <a:t>	Prácticas 40% (Todas tienen el mismo valor).</a:t>
            </a:r>
          </a:p>
          <a:p>
            <a:pPr marL="0" indent="0" algn="just">
              <a:buNone/>
            </a:pPr>
            <a:r>
              <a:rPr lang="es-ES" dirty="0" smtClean="0"/>
              <a:t>	Proyecto </a:t>
            </a:r>
            <a:r>
              <a:rPr lang="es-ES" dirty="0"/>
              <a:t>Final 4</a:t>
            </a:r>
            <a:r>
              <a:rPr lang="es-ES" dirty="0" smtClean="0"/>
              <a:t>0%.</a:t>
            </a:r>
          </a:p>
          <a:p>
            <a:pPr marL="0" indent="0" algn="just">
              <a:buNone/>
            </a:pPr>
            <a:r>
              <a:rPr lang="es-ES" dirty="0"/>
              <a:t>	</a:t>
            </a:r>
            <a:r>
              <a:rPr lang="es-ES" dirty="0" smtClean="0"/>
              <a:t>Examen parcial 15%.</a:t>
            </a:r>
          </a:p>
          <a:p>
            <a:pPr marL="0" indent="0" algn="just">
              <a:buNone/>
            </a:pPr>
            <a:r>
              <a:rPr lang="es-ES" dirty="0"/>
              <a:t>	</a:t>
            </a:r>
            <a:r>
              <a:rPr lang="es-ES" dirty="0" smtClean="0"/>
              <a:t>Seguimiento (del proyecto final) 5%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965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228</TotalTime>
  <Words>247</Words>
  <Application>Microsoft Office PowerPoint</Application>
  <PresentationFormat>Presentación en pantalla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Book Antiqua</vt:lpstr>
      <vt:lpstr>Wingdings</vt:lpstr>
      <vt:lpstr>Cartoné</vt:lpstr>
      <vt:lpstr>Taller V: Electrónica Digital y Microcontroladores.</vt:lpstr>
      <vt:lpstr>Objetivos del Curso</vt:lpstr>
      <vt:lpstr>Programa – Parte I, Electrónica Digital.</vt:lpstr>
      <vt:lpstr>Programa – Parte Adicional, Diseño y Fabricación PCBs.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Metodología y Evaluación.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OPTO-DIGITAL-3</cp:lastModifiedBy>
  <cp:revision>91</cp:revision>
  <dcterms:created xsi:type="dcterms:W3CDTF">2011-01-25T07:15:41Z</dcterms:created>
  <dcterms:modified xsi:type="dcterms:W3CDTF">2017-01-30T12:41:31Z</dcterms:modified>
</cp:coreProperties>
</file>