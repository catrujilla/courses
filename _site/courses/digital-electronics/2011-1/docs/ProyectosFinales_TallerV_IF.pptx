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96" y="-4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28 Título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16" name="15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9A077-F4F1-41A9-A33E-386F592FB2B0}" type="datetimeFigureOut">
              <a:rPr lang="es-ES" smtClean="0"/>
              <a:t>01/06/2011</a:t>
            </a:fld>
            <a:endParaRPr lang="es-ES"/>
          </a:p>
        </p:txBody>
      </p:sp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5" name="1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35D6E46F-9957-443E-BD43-01BD199FBBB6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7" name="26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5" name="2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9A077-F4F1-41A9-A33E-386F592FB2B0}" type="datetimeFigureOut">
              <a:rPr lang="es-ES" smtClean="0"/>
              <a:t>01/06/2011</a:t>
            </a:fld>
            <a:endParaRPr lang="es-ES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es-ES"/>
          </a:p>
        </p:txBody>
      </p:sp>
      <p:sp>
        <p:nvSpPr>
          <p:cNvPr id="16" name="1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35D6E46F-9957-443E-BD43-01BD199FBBB6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Marcador de texto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9" name="18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9A077-F4F1-41A9-A33E-386F592FB2B0}" type="datetimeFigureOut">
              <a:rPr lang="es-ES" smtClean="0"/>
              <a:t>01/06/2011</a:t>
            </a:fld>
            <a:endParaRPr lang="es-ES"/>
          </a:p>
        </p:txBody>
      </p:sp>
      <p:sp>
        <p:nvSpPr>
          <p:cNvPr id="11" name="10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6" name="1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6E46F-9957-443E-BD43-01BD199FBBB6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7 Título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19 Título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4" name="13 Marcador de contenido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1" name="20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9A077-F4F1-41A9-A33E-386F592FB2B0}" type="datetimeFigureOut">
              <a:rPr lang="es-ES" smtClean="0"/>
              <a:t>01/06/2011</a:t>
            </a:fld>
            <a:endParaRPr lang="es-ES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1" name="30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6E46F-9957-443E-BD43-01BD199FBBB6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28 Título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25" name="24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8" name="27 Marcador de contenido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9A077-F4F1-41A9-A33E-386F592FB2B0}" type="datetimeFigureOut">
              <a:rPr lang="es-ES" smtClean="0"/>
              <a:t>01/06/2011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35D6E46F-9957-443E-BD43-01BD199FBBB6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29 Título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2" name="1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9A077-F4F1-41A9-A33E-386F592FB2B0}" type="datetimeFigureOut">
              <a:rPr lang="es-ES" smtClean="0"/>
              <a:t>01/06/2011</a:t>
            </a:fld>
            <a:endParaRPr lang="es-ES"/>
          </a:p>
        </p:txBody>
      </p:sp>
      <p:sp>
        <p:nvSpPr>
          <p:cNvPr id="21" name="20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6E46F-9957-443E-BD43-01BD199FBBB6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9A077-F4F1-41A9-A33E-386F592FB2B0}" type="datetimeFigureOut">
              <a:rPr lang="es-ES" smtClean="0"/>
              <a:t>01/06/2011</a:t>
            </a:fld>
            <a:endParaRPr lang="es-ES"/>
          </a:p>
        </p:txBody>
      </p:sp>
      <p:sp>
        <p:nvSpPr>
          <p:cNvPr id="24" name="2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6E46F-9957-443E-BD43-01BD199FBBB6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Título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6" name="25 Marcador de texto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4" name="13 Marcador de contenido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5" name="2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9A077-F4F1-41A9-A33E-386F592FB2B0}" type="datetimeFigureOut">
              <a:rPr lang="es-ES" smtClean="0"/>
              <a:t>01/06/2011</a:t>
            </a:fld>
            <a:endParaRPr lang="es-ES"/>
          </a:p>
        </p:txBody>
      </p:sp>
      <p:sp>
        <p:nvSpPr>
          <p:cNvPr id="29" name="2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6E46F-9957-443E-BD43-01BD199FBBB6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Marcador de posición de imagen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9A077-F4F1-41A9-A33E-386F592FB2B0}" type="datetimeFigureOut">
              <a:rPr lang="es-ES" smtClean="0"/>
              <a:t>01/06/2011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1" name="30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6E46F-9957-443E-BD43-01BD199FBBB6}" type="slidenum">
              <a:rPr lang="es-ES" smtClean="0"/>
              <a:t>‹Nº›</a:t>
            </a:fld>
            <a:endParaRPr lang="es-ES"/>
          </a:p>
        </p:txBody>
      </p:sp>
      <p:sp>
        <p:nvSpPr>
          <p:cNvPr id="17" name="16 Título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6" name="25 Marcador de texto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9A077-F4F1-41A9-A33E-386F592FB2B0}" type="datetimeFigureOut">
              <a:rPr lang="es-ES" smtClean="0"/>
              <a:t>01/06/2011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6E46F-9957-443E-BD43-01BD199FBBB6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9A077-F4F1-41A9-A33E-386F592FB2B0}" type="datetimeFigureOut">
              <a:rPr lang="es-ES" smtClean="0"/>
              <a:t>01/06/2011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6E46F-9957-443E-BD43-01BD199FBBB6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7 Marcador de texto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1" name="10 Marcador de fecha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DC59A077-F4F1-41A9-A33E-386F592FB2B0}" type="datetimeFigureOut">
              <a:rPr lang="es-ES" smtClean="0"/>
              <a:t>01/06/2011</a:t>
            </a:fld>
            <a:endParaRPr lang="es-ES"/>
          </a:p>
        </p:txBody>
      </p:sp>
      <p:sp>
        <p:nvSpPr>
          <p:cNvPr id="28" name="27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35D6E46F-9957-443E-BD43-01BD199FBBB6}" type="slidenum">
              <a:rPr lang="es-ES" smtClean="0"/>
              <a:t>‹Nº›</a:t>
            </a:fld>
            <a:endParaRPr lang="es-ES"/>
          </a:p>
        </p:txBody>
      </p:sp>
      <p:sp>
        <p:nvSpPr>
          <p:cNvPr id="10" name="9 Marcador de título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Conector recto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 rot="1122482">
            <a:off x="4494135" y="-215377"/>
            <a:ext cx="8458200" cy="1222375"/>
          </a:xfrm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txBody>
          <a:bodyPr/>
          <a:lstStyle/>
          <a:p>
            <a:r>
              <a:rPr lang="es-ES" dirty="0" smtClean="0"/>
              <a:t>Taller V 2011-01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-357808" y="476672"/>
            <a:ext cx="8458200" cy="3816424"/>
          </a:xfr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txBody>
          <a:bodyPr>
            <a:normAutofit fontScale="92500"/>
          </a:bodyPr>
          <a:lstStyle/>
          <a:p>
            <a:r>
              <a:rPr lang="es-ES" sz="3000" i="1" dirty="0" smtClean="0"/>
              <a:t>Presentación Proyectos Finales:</a:t>
            </a:r>
          </a:p>
          <a:p>
            <a:r>
              <a:rPr lang="es-ES" dirty="0"/>
              <a:t>- Automatización de </a:t>
            </a:r>
            <a:r>
              <a:rPr lang="es-ES" dirty="0" err="1"/>
              <a:t>Entorchadora</a:t>
            </a:r>
            <a:r>
              <a:rPr lang="es-ES" dirty="0"/>
              <a:t>.</a:t>
            </a:r>
          </a:p>
          <a:p>
            <a:r>
              <a:rPr lang="es-ES" dirty="0"/>
              <a:t>- Control lineal de temperatura de un horno para fibra óptica mediante </a:t>
            </a:r>
            <a:r>
              <a:rPr lang="es-ES" dirty="0" err="1"/>
              <a:t>microcontroladores</a:t>
            </a:r>
            <a:r>
              <a:rPr lang="es-ES" dirty="0"/>
              <a:t>.</a:t>
            </a:r>
          </a:p>
          <a:p>
            <a:r>
              <a:rPr lang="es-ES" dirty="0"/>
              <a:t>- Automatización ON-OFF para máquina de rueda de caucho para ensayos de abrasión (norma ASTM G65).</a:t>
            </a:r>
          </a:p>
          <a:p>
            <a:r>
              <a:rPr lang="es-ES" dirty="0"/>
              <a:t>- Localizador mediante fuentes sonoras de un nodo móvil receptor.</a:t>
            </a:r>
          </a:p>
          <a:p>
            <a:r>
              <a:rPr lang="es-ES" dirty="0"/>
              <a:t>- Comunicación inalámbrica RF por medio de </a:t>
            </a:r>
            <a:r>
              <a:rPr lang="es-ES" dirty="0" err="1"/>
              <a:t>microcontroladores</a:t>
            </a:r>
            <a:r>
              <a:rPr lang="es-ES" dirty="0"/>
              <a:t> PIC.</a:t>
            </a:r>
          </a:p>
          <a:p>
            <a:r>
              <a:rPr lang="es-ES" dirty="0"/>
              <a:t>- Automatización del tribómetro Pin-disco.</a:t>
            </a:r>
          </a:p>
        </p:txBody>
      </p:sp>
      <p:sp>
        <p:nvSpPr>
          <p:cNvPr id="4" name="2 Subtítulo"/>
          <p:cNvSpPr txBox="1">
            <a:spLocks/>
          </p:cNvSpPr>
          <p:nvPr/>
        </p:nvSpPr>
        <p:spPr>
          <a:xfrm>
            <a:off x="323528" y="4437112"/>
            <a:ext cx="8458200" cy="1872208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vert="horz" anchor="b">
            <a:normAutofit/>
          </a:bodyPr>
          <a:lstStyle>
            <a:lvl1pPr marL="0" indent="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 2"/>
              <a:buNone/>
              <a:defRPr kumimoji="0" sz="2400" kern="1200">
                <a:solidFill>
                  <a:schemeClr val="tx2">
                    <a:shade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 2"/>
              <a:buNone/>
              <a:defRPr kumimoji="0"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 2"/>
              <a:buNone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 2"/>
              <a:buNone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 2"/>
              <a:buNone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 2"/>
              <a:buNone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 2"/>
              <a:buNone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 2"/>
              <a:buNone/>
              <a:defRPr kumimoji="0"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60000"/>
              <a:buFont typeface="Wingdings 2"/>
              <a:buNone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200" b="1" i="1" dirty="0" smtClean="0"/>
              <a:t>Junio 3 de 2011 </a:t>
            </a:r>
            <a:r>
              <a:rPr lang="es-ES" sz="2200" i="1" dirty="0" smtClean="0"/>
              <a:t>– Taller de Electrónica, Escuela de Física, Universidad Nacional de Colombia.</a:t>
            </a:r>
          </a:p>
          <a:p>
            <a:r>
              <a:rPr lang="es-ES" sz="2200" i="1" dirty="0" smtClean="0"/>
              <a:t>Hora: 2 PM.</a:t>
            </a:r>
            <a:endParaRPr lang="es-ES" sz="2200" i="1" dirty="0"/>
          </a:p>
          <a:p>
            <a:r>
              <a:rPr lang="es-ES" sz="2200" i="1" dirty="0" smtClean="0"/>
              <a:t>                                                             Los esperamos!!!</a:t>
            </a:r>
            <a:endParaRPr lang="es-ES" sz="2200" dirty="0"/>
          </a:p>
        </p:txBody>
      </p:sp>
      <p:sp>
        <p:nvSpPr>
          <p:cNvPr id="5" name="4 Flecha derecha"/>
          <p:cNvSpPr/>
          <p:nvPr/>
        </p:nvSpPr>
        <p:spPr>
          <a:xfrm rot="4635375">
            <a:off x="687662" y="3658803"/>
            <a:ext cx="1015087" cy="936104"/>
          </a:xfrm>
          <a:prstGeom prst="rightArrow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5 Flecha izquierda y derecha"/>
          <p:cNvSpPr/>
          <p:nvPr/>
        </p:nvSpPr>
        <p:spPr>
          <a:xfrm>
            <a:off x="3419872" y="404664"/>
            <a:ext cx="1008112" cy="504056"/>
          </a:xfrm>
          <a:prstGeom prst="leftRightArrow">
            <a:avLst/>
          </a:prstGeom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118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iajes">
  <a:themeElements>
    <a:clrScheme name="Viajes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Viaj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Viajes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12</TotalTime>
  <Words>98</Words>
  <Application>Microsoft Office PowerPoint</Application>
  <PresentationFormat>Presentación en pantalla (4:3)</PresentationFormat>
  <Paragraphs>11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Viajes</vt:lpstr>
      <vt:lpstr>Taller V 2011-01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V 2011-01</dc:title>
  <dc:creator>Calelo</dc:creator>
  <cp:lastModifiedBy>Calelo</cp:lastModifiedBy>
  <cp:revision>2</cp:revision>
  <dcterms:created xsi:type="dcterms:W3CDTF">2011-06-01T06:40:08Z</dcterms:created>
  <dcterms:modified xsi:type="dcterms:W3CDTF">2011-06-01T06:52:23Z</dcterms:modified>
</cp:coreProperties>
</file>